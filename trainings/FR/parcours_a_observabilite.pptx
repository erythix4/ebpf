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Observabilité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Performance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• bpftrace • VictoriaMetrics • Grafana • OpenTelemetry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090672"/>
            <a:ext cx="4572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 : Module 0 (Socle eBPF) complet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657600"/>
            <a:ext cx="3931920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712464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Jour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4005072"/>
            <a:ext cx="38039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Traçage système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Flamegraphs, latence, I/O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3657600"/>
            <a:ext cx="3931920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3712464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Jour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56048" y="4005072"/>
            <a:ext cx="38039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&amp; intégration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OTel, CI/CD, Dashboard VM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Parcours A : Vue d'ensemble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93776" cy="13167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49808"/>
            <a:ext cx="4937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J1-1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412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Profilage CPU &amp; Flamegraphs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1887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perf_event 99 Hz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Flamegraphs on-CPU / off-CPU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49040" y="1700784"/>
            <a:ext cx="69494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700784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49808"/>
            <a:ext cx="493776" cy="131673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749808"/>
            <a:ext cx="4937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J1-2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76088" y="8412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Latence I/O &amp; Filesystem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76088" y="11887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biolatency, VFS tracing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accès lents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83880" y="1700784"/>
            <a:ext cx="694944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700784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194560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194560"/>
            <a:ext cx="493776" cy="131673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194560"/>
            <a:ext cx="4937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J1-3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" y="228600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 contention &amp; Runtimes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26334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Go, Rust, Java depuis eBPF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profiling, async tracing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49040" y="3145536"/>
            <a:ext cx="694944" cy="2743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3145536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194560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194560"/>
            <a:ext cx="493776" cy="13167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2194560"/>
            <a:ext cx="4937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J2-1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76088" y="228600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Réseau &amp; TCP tracing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76088" y="26334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tcplife, tcpretrans, latence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retransmissions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83880" y="3145536"/>
            <a:ext cx="69494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3145536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639312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639312"/>
            <a:ext cx="493776" cy="131673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3639312"/>
            <a:ext cx="4937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J2-2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" y="3730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Correlation OTel &amp; CI/CD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" y="407822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context + span 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regressions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49040" y="4590288"/>
            <a:ext cx="69494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3749040" y="4590288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639312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639312"/>
            <a:ext cx="493776" cy="13167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3639312"/>
            <a:ext cx="4937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J2-3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76088" y="3730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final : Dashboard VM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76088" y="407822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ebpf_exporter + VictoriaMetrics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: 6 panels opérationnels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183880" y="4590288"/>
            <a:ext cx="69494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8183880" y="4590288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Traçage système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Profilage CPU • Flamegraphs • Latence I/O • Lock contention • Runtimes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profiling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perf_event 99Hz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latency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biolatency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contention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futex, mutex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Go, Java, Rust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Profilage CPU : sampling perf_event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86384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Principe : photographier la pile d'appel 99 fois par seconde. Les fonctions qui apparaissent souvent sont les hotspots.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5029200" cy="3163824"/>
          </a:xfrm>
          <a:prstGeom prst="rect">
            <a:avLst/>
          </a:prstGeom>
          <a:solidFill>
            <a:srgbClr val="0F203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07008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2252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cpu_profiling.bt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48463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Profilage CPU on-CPU (threads actifs)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profile:hz:99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@cpu[kstack] = count();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interval:s:30 { print(@cpu); clear(@cpu); exit();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Off-CPU : threads en attente (I/O, locks, sleep)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tracepoint:sched:sched_switch /prev_state != 0/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@start[prev_pid] = nsecs;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tracepoint:sched:sched_switch /@start[next_pid]/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@offcpu[kstack] = hist(nsecs - @start[next_pid]);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delete(@start[next_pid]);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40680" y="1207008"/>
            <a:ext cx="3429000" cy="3163824"/>
          </a:xfrm>
          <a:prstGeom prst="rect">
            <a:avLst/>
          </a:prstGeom>
          <a:solidFill>
            <a:srgbClr val="132238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04688" y="12618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Lire un flamegraph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04688" y="160934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 X :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28816" y="1609344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total : pas l'ordre chronologique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04688" y="199339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 Y :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28816" y="1993392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Profondeur de la pile d'appel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04688" y="23774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Largeur : 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28816" y="2377440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 du temps CPU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04688" y="276148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Sommet :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28816" y="2761488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Fonctions les plus gourmandes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504688" y="314553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on-CPU : 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28816" y="3145536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 en exécution active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04688" y="352958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off-CPU :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28816" y="3529584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 en attente (I/O, sleep)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04688" y="391363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Couleur :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28816" y="3913632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 (kernel=rouge, user=bleu)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448056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Outil : flamegraph.pl (Brendan Gregg)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https://github.com/brendangregg/FlameGraph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Latence I/O disque : biolatency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Mesurer le temps entre l'émission d'une requête I/O (block_rq_issue) et son completion (block_rq_complete).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5029200" cy="3383280"/>
          </a:xfrm>
          <a:prstGeom prst="rect">
            <a:avLst/>
          </a:prstGeom>
          <a:solidFill>
            <a:srgbClr val="0F203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biolatency.bt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4846320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Histogramme de latence I/O par device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tracepoint:block:block_rq_issue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@start[args-&gt;sector, args-&gt;dev] = nsecs;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tracepoint:block:block_rq_complete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/@start[args-&gt;sector, args-&gt;dev]/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@lat_us[args-&gt;rwbs, args-&gt;name]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hist((nsecs - @start[args-&gt;sector, args-&gt;dev]) / 1000);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delete(@start[args-&gt;sector, args-&gt;dev]);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Générer de la charge pour observer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fio --name=test --rw=randrw --bs=4k --size=256m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--numjobs=2 --runtime=30 --filename=/tmp/fio_test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40680" y="11521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rwbs : encode l'operation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481328"/>
          <a:ext cx="34290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05840"/>
                <a:gridCol w="1874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 d'usage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Lecture sequentielle où aleatoire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Écriture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 synchrone (fdatasync)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Flush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Flush du cache disque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Discard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Trim / deallocate SSD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40680" y="3602736"/>
            <a:ext cx="3429000" cy="9144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04688" y="363931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Seuils typiques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04688" y="3913632"/>
            <a:ext cx="822960" cy="1188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1"/>
          <p:cNvSpPr/>
          <p:nvPr/>
        </p:nvSpPr>
        <p:spPr>
          <a:xfrm>
            <a:off x="5504688" y="3913632"/>
            <a:ext cx="8229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ms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400800" y="3913632"/>
            <a:ext cx="2395728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(SSD NVMe)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504688" y="4059936"/>
            <a:ext cx="822960" cy="1188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5504688" y="4059936"/>
            <a:ext cx="8229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1 - 10 ms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400800" y="4059936"/>
            <a:ext cx="2395728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Acceptable (SSD SATA)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504688" y="4206240"/>
            <a:ext cx="822960" cy="1188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7"/>
          <p:cNvSpPr/>
          <p:nvPr/>
        </p:nvSpPr>
        <p:spPr>
          <a:xfrm>
            <a:off x="5504688" y="4206240"/>
            <a:ext cx="8229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10 - 100 ms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400800" y="4206240"/>
            <a:ext cx="2395728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 (HDD où saturation)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504688" y="4352544"/>
            <a:ext cx="822960" cy="118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5504688" y="4352544"/>
            <a:ext cx="8229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100 ms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400800" y="4352544"/>
            <a:ext cx="2395728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: I/O wait visible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 contention &amp; Runtimes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threads qui attendent sur un verrou : cause invisible dans les métriques classiques.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5029200" cy="3108960"/>
          </a:xfrm>
          <a:prstGeom prst="rect">
            <a:avLst/>
          </a:prstGeom>
          <a:solidFill>
            <a:srgbClr val="0F2030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lock_contention.bt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4846320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Lock contention via futex (userspace locks)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tracepoint:syscalls:sys_enter_futex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/args-&gt;op == 128/ {        // FUTEX_WAIT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@start[tid] = nsecs;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@thread[tid] = comm;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tracepoint:syscalls:sys_exit_futex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/@start[tid]/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@wait_ns[@thread[tid]] = hist(nsecs - @start[tid]);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delete(@start[tid]); delete(@thread[tid]);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Contention mutex Go (uprobe)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uprobe:/usr/local/go/bin/go:sync.(*Mutex).Lock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@go_mutex[pid, comm] = count();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40680" y="11521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Profilage par runtime 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40680" y="148132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1481328"/>
            <a:ext cx="493776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1481328"/>
            <a:ext cx="4937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89320" y="1517904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uprobe:runtime.mallocgc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uprobe:runtime.gcBgMarkWorker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89320" y="1920240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pauses et allocations heap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40680" y="230428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40680" y="2304288"/>
            <a:ext cx="493776" cy="7498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2304288"/>
            <a:ext cx="4937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89320" y="2340864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uprobe:libjvm.so:GC*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usdt:hotspot:gc_begin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89320" y="2743200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pauses via USDT probes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40680" y="312724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0680" y="3127248"/>
            <a:ext cx="493776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3127248"/>
            <a:ext cx="4937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(Tokio)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89320" y="3163824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uprobe:tokio_runtime::task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uprobe:tokio::runtime::spawn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89320" y="3566160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Futures et wakers async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0680" y="395020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0680" y="3950208"/>
            <a:ext cx="493776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5440680" y="3950208"/>
            <a:ext cx="4937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89320" y="3986784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uprobe:/usr/bin/python3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:PyEval_EvalFrameEx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89320" y="4389120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 frame par frame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Réseau &amp; Intégration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tracing • OpenTelemetry • CI/CD • Dashboard VictoriaMetrics + Grafana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tracing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tcplife, retrans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 propagation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detect.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VM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ebpf_exporter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Traçage TCP : tcplife &amp; tcpretrans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3474720"/>
          </a:xfrm>
          <a:prstGeom prst="rect">
            <a:avLst/>
          </a:prstGeom>
          <a:solidFill>
            <a:srgbClr val="0F203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tcplife.bt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84632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tcplife : duree de vie des connexions TCP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kprobe:tcp_set_state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$sk  = (struct sock *)arg0;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$ns  = arg1;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($ns == 1) {     // TCP_ESTABLISHED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@birth[$sk] = nsecs;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(($ns == 7 || $ns == 8) &amp;&amp; @birth[$sk])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$ms = (nsecs - @birth[$sk]) / 1000000;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printf("%s %s:%d -&gt; %s:%d %dms\n",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comm,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ntop(2, $sk-&gt;sk_rcv_saddr), $sk-&gt;sk_num,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ntop(2, $sk-&gt;sk_daddr),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bswap16($sk-&gt;sk_dport), $ms);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delete(@birth[$sk]);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4279392"/>
            <a:ext cx="5029200" cy="768096"/>
          </a:xfrm>
          <a:prstGeom prst="rect">
            <a:avLst/>
          </a:prstGeom>
          <a:solidFill>
            <a:srgbClr val="0F20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4352544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Détecter les retransmissions TCP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kprobe:tcp_retransmit_skb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$sk   = (struct sock *)arg0;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$dport = bswap16($sk-&gt;sk_dport);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$daddr = ntop(2, $sk-&gt;sk_daddr);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@retrans[comm, $daddr, $dport] = count();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interval:s:10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print(@retrans); clear(@retrans);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40680" y="7498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États TCP pertinents :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078992"/>
          <a:ext cx="34290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1417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État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Connexion active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FIN_WAIT1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Fermeture initiee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TIME_WAIT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Attente fin connexion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Connexion fermee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CLOSE_WAIT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Fermeture par pair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40680" y="2999232"/>
            <a:ext cx="3429000" cy="179222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04688" y="30358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Retransmissions : signaux d'alerte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04688" y="3346704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59552" y="336499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&gt; 0.1%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876288" y="3364992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instable où sature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504688" y="3730752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59552" y="37490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Burst sur 1 dest.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876288" y="3749040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où serveur problematique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504688" y="4114800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59552" y="413308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dest.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876288" y="413308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où driver réseau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04688" y="4498848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59552" y="451713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20h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876288" y="451713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longue : keepalive trop court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Correlation eBPF + OpenTelemetry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observe le kernel. OTel observe le code applicatif. Les deux sont complémentaires.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194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078992"/>
            <a:ext cx="20482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(instrumented OTel)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139696"/>
            <a:ext cx="2194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2212848"/>
            <a:ext cx="20482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(kernel layer)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194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3552" y="1078992"/>
            <a:ext cx="20482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OTel Collector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99632" y="1444752"/>
            <a:ext cx="22311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542032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99632" y="2615184"/>
            <a:ext cx="22311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(Jaeger / Grafana)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1572768"/>
            <a:ext cx="73152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6" name="Text 14"/>
          <p:cNvSpPr/>
          <p:nvPr/>
        </p:nvSpPr>
        <p:spPr>
          <a:xfrm>
            <a:off x="3035808" y="1426464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129844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span_id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trace_id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468880" y="2706624"/>
            <a:ext cx="73152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9" name="Text 17"/>
          <p:cNvSpPr/>
          <p:nvPr/>
        </p:nvSpPr>
        <p:spPr>
          <a:xfrm>
            <a:off x="3035808" y="256032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2432304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nsecs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394960" y="1627632"/>
            <a:ext cx="73152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61888" y="1481328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94960" y="2798064"/>
            <a:ext cx="73152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4" name="Text 22"/>
          <p:cNvSpPr/>
          <p:nvPr/>
        </p:nvSpPr>
        <p:spPr>
          <a:xfrm>
            <a:off x="5961888" y="265176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8595360" cy="1426464"/>
          </a:xfrm>
          <a:prstGeom prst="rect">
            <a:avLst/>
          </a:prstGeom>
          <a:solidFill>
            <a:srgbClr val="0F20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639312"/>
            <a:ext cx="841248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Requête : latence kernel vs latence applicative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eBPF mesure le temps VFS (kernel)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histogram_quantile(0.99,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rate(vfs_read_latency_ns_bucket[1m]))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OTel mesure le temps applicatif (incluant sérialisation)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histogram_quantile(0.99,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rate(http_server_duration_bucket[1m]))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 différence = overhead applicatif pur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Détection de regressions de performance en CI/CD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peut mesurer les performances d'un test de charge directement dans la pipeline CI, sans modifier le code.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09344" y="1554480"/>
            <a:ext cx="27432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Text 4"/>
          <p:cNvSpPr/>
          <p:nvPr/>
        </p:nvSpPr>
        <p:spPr>
          <a:xfrm>
            <a:off x="1773936" y="1426464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1554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70432"/>
            <a:ext cx="1554480" cy="2743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" y="117043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9184" y="148132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build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compile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46704" y="1554480"/>
            <a:ext cx="27432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11296" y="1426464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1170432"/>
            <a:ext cx="1554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1170432"/>
            <a:ext cx="155448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066544" y="117043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(staging)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66544" y="148132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apply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docker run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84064" y="1554480"/>
            <a:ext cx="27432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8" name="Text 16"/>
          <p:cNvSpPr/>
          <p:nvPr/>
        </p:nvSpPr>
        <p:spPr>
          <a:xfrm>
            <a:off x="5248656" y="1426464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1170432"/>
            <a:ext cx="1554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1170432"/>
            <a:ext cx="155448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3803904" y="117043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Charge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(locust/k6)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03904" y="148132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load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req/s, 5 min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21424" y="1554480"/>
            <a:ext cx="27432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4" name="Text 22"/>
          <p:cNvSpPr/>
          <p:nvPr/>
        </p:nvSpPr>
        <p:spPr>
          <a:xfrm>
            <a:off x="6986016" y="1426464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1170432"/>
            <a:ext cx="1554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1170432"/>
            <a:ext cx="15544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5541264" y="117043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41264" y="148132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ebpf_exporter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bpftrace scripts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223760" y="1170432"/>
            <a:ext cx="1554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23760" y="1170432"/>
            <a:ext cx="155448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7278624" y="117043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Assert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Gate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78624" y="148132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latence p99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seuil defini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2121408"/>
            <a:ext cx="5943600" cy="2871216"/>
          </a:xfrm>
          <a:prstGeom prst="rect">
            <a:avLst/>
          </a:prstGeom>
          <a:solidFill>
            <a:srgbClr val="0F203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121408"/>
            <a:ext cx="59436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" y="2139696"/>
            <a:ext cx="5797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ci_gate.sh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5760" y="23774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Script de gate CI : echoue si latence p99 &gt; seuil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THRESHOLD_MS=50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P99=$(curl -s 'http://vm:8428/api/v1/query'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--data 'query=histogram_quantile(0.99,rate(vfs_read_latency_seconds_bucket[2m]))'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jq '.data.result[0].value[1]' | xargs -I{} python3 -c "print({}*1000)")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"Latence p99 : ${P99}ms (seuil : ${THRESHOLD_MS}ms)"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(( $(echo "$P99 &gt; $THRESHOLD_MS" | bc -l) )); then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"REGRESSION DETECTEE : ${P99}ms &gt; ${THRESHOLD_MS}ms"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exit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"OK : latence dans les limites acceptables"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55080" y="21214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de référence 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55080" y="2450592"/>
            <a:ext cx="25146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19088" y="248716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Latence VFS p99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19088" y="27249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histogram_quantile(0.99,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rate(vfs_read_latency_ns_bucket[2m]))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355080" y="3090672"/>
            <a:ext cx="25146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31272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IOPS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19088" y="33649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rate(bio_requests_total[1m])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355080" y="3730752"/>
            <a:ext cx="25146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19088" y="37673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p99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19088" y="40050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histogram_quantile(0.99,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rate(cpu_time_seconds_bucket[2m]))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355080" y="4370832"/>
            <a:ext cx="25146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9088" y="440740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Retransmissions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19088" y="464515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rate(tcp_retransmits_total[1m])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final : Dashboard temps reel CPU/I-O/Mémoire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011680" y="1325880"/>
            <a:ext cx="36576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" name="Text 3"/>
          <p:cNvSpPr/>
          <p:nvPr/>
        </p:nvSpPr>
        <p:spPr>
          <a:xfrm>
            <a:off x="2176272" y="1188720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1920240" cy="2743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91440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Kernel Linux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" y="1225296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kprobes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tracepoints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perf_event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06240" y="1325880"/>
            <a:ext cx="36576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1" name="Text 9"/>
          <p:cNvSpPr/>
          <p:nvPr/>
        </p:nvSpPr>
        <p:spPr>
          <a:xfrm>
            <a:off x="4370832" y="1188720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9144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914400"/>
            <a:ext cx="192024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2523744" y="91440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ebpf_exporter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23744" y="1225296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 les maps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Explose /metrics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9435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0" y="1325880"/>
            <a:ext cx="36576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1188720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9144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914400"/>
            <a:ext cx="192024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4718304" y="91440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VictoriaMetrics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18304" y="1225296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 5s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7j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PromQL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0" y="9144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914400"/>
            <a:ext cx="1920240" cy="2743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6912864" y="91440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Grafana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12864" y="1225296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panels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10s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admin/ebpf-lab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197510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panels du dashboard 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2304288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304288"/>
            <a:ext cx="278892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" y="23042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CPU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" y="25968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processus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(ns/s)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472" y="305409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rate(cpu_time_seconds_sum[1m])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154680" y="2304288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54680" y="2304288"/>
            <a:ext cx="278892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3227832" y="23042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 Queue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27832" y="25968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Latence p99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attente CPU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27832" y="305409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histogram_quantile(0.99,...run_queue...)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035040" y="2304288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35040" y="2304288"/>
            <a:ext cx="2788920" cy="2560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9" name="Text 37"/>
          <p:cNvSpPr/>
          <p:nvPr/>
        </p:nvSpPr>
        <p:spPr>
          <a:xfrm>
            <a:off x="6108192" y="23042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Page Faults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08192" y="25968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Faults/s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processus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08192" y="305409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rate(page_faults_total[1m])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3675888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675888"/>
            <a:ext cx="278892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347472" y="3675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OOM Kills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47472" y="39684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Kills 5min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(0=OK, rouge si &gt;0)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47472" y="442569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increase(oom_kills_total[5m])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154680" y="3675888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154680" y="3675888"/>
            <a:ext cx="278892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9" name="Text 47"/>
          <p:cNvSpPr/>
          <p:nvPr/>
        </p:nvSpPr>
        <p:spPr>
          <a:xfrm>
            <a:off x="3227832" y="3675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I/O Latence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27832" y="39684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p50/p95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device+op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227832" y="442569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histogram_quantile(0.95,...bio_latency...)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035040" y="3675888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035040" y="3675888"/>
            <a:ext cx="278892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6108192" y="3675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IOPS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108192" y="39684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ops/s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device+op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08192" y="442569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rate(bio_requests_total[1m])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Docker : démarrage et validation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4261104"/>
          </a:xfrm>
          <a:prstGeom prst="rect">
            <a:avLst/>
          </a:prstGeom>
          <a:solidFill>
            <a:srgbClr val="0F203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lab_start.sh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846320" cy="3950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Prérequis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uname -r                               # &gt;= 5.8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/sys/kernel/btf/vmlinux             # BTF requis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version                 # Compose plugin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Démarrage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./scripts/start.sh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Accès aux interfaces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Grafana       : http://localhost:3000   (admin / ebpf-lab)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VictoriaMetrics : http://localhost:8428/vmui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ebpf_exporter : http://localhost:9435/metrics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Générer de la charge pour voir les métriques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(stress CPU + page faults + I/O)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./scripts/load.sh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Vérifier les métriques brutes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localhost:9435/metrics | grep cpu_time | head -5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localhost:9435/metrics | grep bio_latency | head -5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40680" y="7498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Étapes du lab (60 min) 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40680" y="1078992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5440680" y="10789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15584" y="1078992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sante des 3 services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40680" y="1554480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15544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15584" y="1554480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CPU : top 10 processus + mode user/kernel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0680" y="2029968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2029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15584" y="2029968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run queue : latence p50/p99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0680" y="2505456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25054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15584" y="2505456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mémoire : page faults + OOM kills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40680" y="2980944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2980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15584" y="2980944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I/O : latence p95 + IOPS par device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40680" y="3456432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5440680" y="3456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15584" y="3456432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page : row headers + variable filtre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3931920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5440680" y="39319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15584" y="3931920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de charge : valider les 3 familles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 qu'il faut retenir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1005840" cy="11155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1408176"/>
            <a:ext cx="89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Flamegraphs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53312" y="1170432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profile:hz:99 + kstack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: largeur = % CPU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80944" y="1115568"/>
            <a:ext cx="36576" cy="1115568"/>
          </a:xfrm>
          <a:prstGeom prst="rect">
            <a:avLst/>
          </a:prstGeom>
          <a:solidFill>
            <a:srgbClr val="132238"/>
          </a:solidFill>
          <a:ln/>
        </p:spPr>
      </p:sp>
      <p:sp>
        <p:nvSpPr>
          <p:cNvPr id="10" name="Text 8"/>
          <p:cNvSpPr/>
          <p:nvPr/>
        </p:nvSpPr>
        <p:spPr>
          <a:xfrm>
            <a:off x="3090672" y="1170432"/>
            <a:ext cx="1335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on-CPU / off-CPU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Hotspots en 30s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15568"/>
            <a:ext cx="1005840" cy="11155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764024" y="1408176"/>
            <a:ext cx="89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biolatency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788152" y="1170432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block_rq_issue -&gt; complete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Histogramme par device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15784" y="1115568"/>
            <a:ext cx="36576" cy="1115568"/>
          </a:xfrm>
          <a:prstGeom prst="rect">
            <a:avLst/>
          </a:prstGeom>
          <a:solidFill>
            <a:srgbClr val="132238"/>
          </a:solidFill>
          <a:ln/>
        </p:spPr>
      </p:sp>
      <p:sp>
        <p:nvSpPr>
          <p:cNvPr id="16" name="Text 14"/>
          <p:cNvSpPr/>
          <p:nvPr/>
        </p:nvSpPr>
        <p:spPr>
          <a:xfrm>
            <a:off x="7525512" y="1170432"/>
            <a:ext cx="1335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 &gt; 10ms = investigation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 pour valider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59152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59152"/>
            <a:ext cx="1005840" cy="11155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651760"/>
            <a:ext cx="89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 contention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53312" y="2414016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futex FUTEX_WAIT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uprobes runtime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80944" y="2359152"/>
            <a:ext cx="36576" cy="1115568"/>
          </a:xfrm>
          <a:prstGeom prst="rect">
            <a:avLst/>
          </a:prstGeom>
          <a:solidFill>
            <a:srgbClr val="132238"/>
          </a:solidFill>
          <a:ln/>
        </p:spPr>
      </p:sp>
      <p:sp>
        <p:nvSpPr>
          <p:cNvPr id="22" name="Text 20"/>
          <p:cNvSpPr/>
          <p:nvPr/>
        </p:nvSpPr>
        <p:spPr>
          <a:xfrm>
            <a:off x="3090672" y="2414016"/>
            <a:ext cx="1335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Latence cachee dans les threads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dans %CPU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359152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359152"/>
            <a:ext cx="1005840" cy="11155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764024" y="2651760"/>
            <a:ext cx="89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TCP tracing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88152" y="2414016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kprobe:tcp_set_state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kprobe:tcp_retransmit_skb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15784" y="2359152"/>
            <a:ext cx="36576" cy="1115568"/>
          </a:xfrm>
          <a:prstGeom prst="rect">
            <a:avLst/>
          </a:prstGeom>
          <a:solidFill>
            <a:srgbClr val="132238"/>
          </a:solidFill>
          <a:ln/>
        </p:spPr>
      </p:sp>
      <p:sp>
        <p:nvSpPr>
          <p:cNvPr id="28" name="Text 26"/>
          <p:cNvSpPr/>
          <p:nvPr/>
        </p:nvSpPr>
        <p:spPr>
          <a:xfrm>
            <a:off x="7525512" y="2414016"/>
            <a:ext cx="1335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Duree de vie connexions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retransmissions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602736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02736"/>
            <a:ext cx="1005840" cy="11155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895344"/>
            <a:ext cx="89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OTel + eBPF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353312" y="36576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time vs App 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par span_id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980944" y="3602736"/>
            <a:ext cx="36576" cy="1115568"/>
          </a:xfrm>
          <a:prstGeom prst="rect">
            <a:avLst/>
          </a:prstGeom>
          <a:solidFill>
            <a:srgbClr val="132238"/>
          </a:solidFill>
          <a:ln/>
        </p:spPr>
      </p:sp>
      <p:sp>
        <p:nvSpPr>
          <p:cNvPr id="34" name="Text 32"/>
          <p:cNvSpPr/>
          <p:nvPr/>
        </p:nvSpPr>
        <p:spPr>
          <a:xfrm>
            <a:off x="3090672" y="3657600"/>
            <a:ext cx="1335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layers complémentaires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complet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602736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602736"/>
            <a:ext cx="1005840" cy="11155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4764024" y="3895344"/>
            <a:ext cx="89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VM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788152" y="36576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ebpf_exporter -&gt; VM -&gt; Grafana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panels : CPU, I/O, Mémoire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15784" y="3602736"/>
            <a:ext cx="36576" cy="1115568"/>
          </a:xfrm>
          <a:prstGeom prst="rect">
            <a:avLst/>
          </a:prstGeom>
          <a:solidFill>
            <a:srgbClr val="132238"/>
          </a:solidFill>
          <a:ln/>
        </p:spPr>
      </p:sp>
      <p:sp>
        <p:nvSpPr>
          <p:cNvPr id="40" name="Text 38"/>
          <p:cNvSpPr/>
          <p:nvPr/>
        </p:nvSpPr>
        <p:spPr>
          <a:xfrm>
            <a:off x="7525512" y="3657600"/>
            <a:ext cx="1335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Docker inclus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471830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 : Parcours C (réseau bas niveau : XDP : TC) • Parcours D (debugging : uprobes : chaos engineering)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eBPF Parcours A - Observabilité &amp; Performance</dc:title>
  <dc:subject>PptxGenJS Presentation</dc:subject>
  <dc:creator>PptxGenJS</dc:creator>
  <cp:lastModifiedBy>PptxGenJS</cp:lastModifiedBy>
  <cp:revision>1</cp:revision>
  <dcterms:created xsi:type="dcterms:W3CDTF">2026-04-05T12:10:26Z</dcterms:created>
  <dcterms:modified xsi:type="dcterms:W3CDTF">2026-04-05T12:10:26Z</dcterms:modified>
</cp:coreProperties>
</file>