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Low-Level Networking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Kernel Development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XDP • TC • eBPF Firewall • Load Balancer • Aya (Rust)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090672"/>
            <a:ext cx="4572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Prerequisite: Module 0 complete — C programming basics 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XDP &amp; 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filtering, DDoS, LB, QoS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libbpf C, Aya Rust, unit testing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C: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93776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XDP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path, XDP hooks, program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codes: PASS, DROP, TX, REDIRECT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1664208"/>
            <a:ext cx="69494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6642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93776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749808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7608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Firewall &amp; DDoS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L3/L4 firewall, SYN flood mitigation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allowlist/blocklist with maps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664208"/>
            <a:ext cx="694944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642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57984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57984"/>
            <a:ext cx="493776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57984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22494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Balancer &amp; QoS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5968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LB via bpf_redirect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ingress/egress, traffic shaping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3072384"/>
            <a:ext cx="69494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0723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57984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57984"/>
            <a:ext cx="493776" cy="1280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157984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088" y="22494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libbpf C Deep Dive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6088" y="25968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API, CO-RE, error handling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 ring buffer consumer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83880" y="3072384"/>
            <a:ext cx="694944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0723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56616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566160"/>
            <a:ext cx="493776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566160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" y="36576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in Rust with Aya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40050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 framework, maps, programs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xtask build workflow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480560"/>
            <a:ext cx="69494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0" y="448056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566160"/>
            <a:ext cx="493776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566160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76088" y="36576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CI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76088" y="40050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bpf_testmod, network namespaces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integration, sanitizers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83880" y="4480560"/>
            <a:ext cx="69494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183880" y="448056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XDP Architecture: where packets meet eBPF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XDP (eXpress Data Path) hooks into the driver layer before the kernel network stack — the earliest possible point.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7360" y="1572768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Text 4"/>
          <p:cNvSpPr/>
          <p:nvPr/>
        </p:nvSpPr>
        <p:spPr>
          <a:xfrm>
            <a:off x="1901952" y="1426464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57276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" y="1170432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572768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426464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170432"/>
            <a:ext cx="157276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66544" y="1170432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1572768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76672" y="1426464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1170432"/>
            <a:ext cx="1572768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03904" y="1170432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Traffic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(TC)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1572768"/>
            <a:ext cx="36576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1426464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170432"/>
            <a:ext cx="1572768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41264" y="1170432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 Stack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(netfilter)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1170432"/>
            <a:ext cx="1572768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78624" y="1170432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(userspace)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2157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XDP return codes: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87168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XDP_PASS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packet to network stack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XDP_DROP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packet at driver level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1µs — lowest overhead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XDP_TX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Retransmit from same interface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Reflection, NAT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XDP_REDIRECT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to another interface/CPU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balancing, DPDK-style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XDP_ABORTED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— drop with trace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Debug 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40680" y="2157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modes: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40680" y="248716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40680" y="2487168"/>
            <a:ext cx="7315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5"/>
          <p:cNvSpPr/>
          <p:nvPr/>
        </p:nvSpPr>
        <p:spPr>
          <a:xfrm>
            <a:off x="5440680" y="248716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Generic (skb)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236208" y="25420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fallback, no driver support needed. Slower.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40680" y="331012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40680" y="3310128"/>
            <a:ext cx="731520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29"/>
          <p:cNvSpPr/>
          <p:nvPr/>
        </p:nvSpPr>
        <p:spPr>
          <a:xfrm>
            <a:off x="5440680" y="331012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236208" y="3364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Driver-level hook. Full performance.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40680" y="4133088"/>
            <a:ext cx="3429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440680" y="4133088"/>
            <a:ext cx="73152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3"/>
          <p:cNvSpPr/>
          <p:nvPr/>
        </p:nvSpPr>
        <p:spPr>
          <a:xfrm>
            <a:off x="5440680" y="413308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Offloaded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236208" y="418795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SmartNIC hardware. Fastest.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XDP Firewall: L3/L4 packet filtering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4187952"/>
          </a:xfrm>
          <a:prstGeom prst="rect">
            <a:avLst/>
          </a:prstGeom>
          <a:solidFill>
            <a:srgbClr val="0F203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xdp_firewall.bpf.c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3877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XDP L3/L4 firewall with IP blocklist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BPF_MAP_TYPE_LPM_TRIE);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1024);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__type(key,   struct bpf_lpm_trie_key_u8);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__type(value, u32); } blocklist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SEC("xdp")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xdp_firewall(struct xdp_md *ctx)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*data     = (void *)(long)ctx-&gt;data;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*data_end = (void *)(long)ctx-&gt;data_end;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ethhdr *eth = data;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((void*)(eth+1) &gt; data_end) return XDP_PASS;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(eth-&gt;h_proto != bpf_htons(ETH_P_IP)) return XDP_PASS;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iphdr *ip = (void*)(eth+1);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((void*)(ip+1) &gt; data_end) return XDP_DROP;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LPM lookup: block entire subnets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{ u32 prefixlen; u32 addr; } key = {32, ip-&gt;saddr};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(bpf_map_lookup_elem(&amp;blocklist, &amp;key))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XDP_DROP;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XDP_PASS;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flood mitigation: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1078992"/>
            <a:ext cx="3429000" cy="2414016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40680" y="1078992"/>
            <a:ext cx="34290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513832" y="109728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syn_flood.bpf.c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32120" y="1335024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SYN packets per source 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Drop if rate &gt; threshold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BPF_MAP_TYPE_LRU_HASH);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65536);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__type(key, u32); __type(value, u64);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syn_count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SYN_THRESHOLD 1000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XDP program body: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(tcp-&gt;syn &amp;&amp; !tcp-&gt;ack)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u64 *cnt = ...; // lookup src 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(cnt &amp;&amp; *cnt &gt; SYN_THRESHOLD)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XDP_DROP;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35661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XDP context fields: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3877056"/>
            <a:ext cx="3429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389534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ctx-&gt;data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004304" y="389534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to start of packet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40680" y="4169664"/>
            <a:ext cx="342900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418795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ctx-&gt;data_end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04304" y="4187952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to end (bounds check!)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40680" y="4462272"/>
            <a:ext cx="3429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44805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ctx-&gt;ingress_ifindex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04304" y="4480560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interface index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4754880"/>
            <a:ext cx="342900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47731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ctx-&gt;rx_queue_index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04304" y="477316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queue number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Minimal eBPF Load Balancer with bpf_redirect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userspace-free L4 load balancer: XDP receives the packet, rewrites MAC/IP, and redirects to a backend — no socket overhead.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840480"/>
          </a:xfrm>
          <a:prstGeom prst="rect">
            <a:avLst/>
          </a:prstGeom>
          <a:solidFill>
            <a:srgbClr val="0F2030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lb_xdp.bpf.c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Round-robin LB: pick backend from array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backend { __u32 ip; __u8 mac[6]; __u32 ifindex;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BPF_MAP_TYPE_ARRAY);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8);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__type(key, u32); __type(value, struct backend);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backends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{ __uint(type, BPF_MAP_TYPE_PERCPU_ARRAY);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__uint(max_entries, 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__type(key, u32); __type(value, u32);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rr_counter SEC(".maps");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SEC("xdp")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lb_xdp(struct xdp_md *ctx)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Increment per-CPU counter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u32 k=0, *cnt = bpf_map_lookup_elem(&amp;rr_counter, &amp;k);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(!cnt) return XDP_PASS;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u32 idx = __sync_fetch_and_add(cnt, 1) % 8;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 backend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backend *b = bpf_map_lookup_elem(&amp;backends, &amp;idx);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(!b) return XDP_PASS;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Rewrite destination MAC + redirect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__builtin_memcpy(eth-&gt;h_dest, b-&gt;mac, ETH_ALEN);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bpf_redirect(b-&gt;ifindex, 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userspace LB: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07008"/>
                <a:gridCol w="12161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eBPF XDP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HAProxy/nginx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path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→ redirect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→ socket → userspace → socket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2µs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50-500µs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cost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Near-zero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core per ~100k rps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BPF maps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memory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bpf map update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restart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40680" y="4279392"/>
            <a:ext cx="3429000" cy="6949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431596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vs XDP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04688" y="4553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(Traffic Control) hooks after the network stack — supports both ingress and egress, and can modify existing sockets. Use TC for QoS, shaping and egress policies.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 eBPF: Traffic shaping and QoS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029200" cy="1371600"/>
          </a:xfrm>
          <a:prstGeom prst="rect">
            <a:avLst/>
          </a:prstGeom>
          <a:solidFill>
            <a:srgbClr val="0F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680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attach_tc.sh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8463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Attach TC program to ingress clsact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qdisc add dev eth0 clsact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filter add dev eth0 ingress bpf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 tc_prog.bpf.o sec classifier direct-action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active filters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filter show dev eth0 ingress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5029200" cy="2670048"/>
          </a:xfrm>
          <a:prstGeom prst="rect">
            <a:avLst/>
          </a:prstGeom>
          <a:solidFill>
            <a:srgbClr val="0F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76272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194560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tc_rate_limit.bpf.c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4846320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TC program: rate limit specific traffic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SEC("classifier")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tc_rate_limit(struct __sk_buff *skb)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Access packet via skb-&gt;data / skb-&gt;data_end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Same bounds checking rules as XDP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u32 src_ip = ...;  // parse IP header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Token bucket: check rate per source 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token_bucket *tb = lookup(&amp;buckets, &amp;src_ip);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(!tb || tb-&gt;tokens ==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TC_ACT_SHOT;   // drop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tb-&gt;tokens--;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TC_ACT_OK;         // pass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0680" y="749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action codes: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078992"/>
          <a:ext cx="3429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TC_ACT_OK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packet to next stage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TC_ACT_SHOT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 packet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TC_ACT_REDIRECT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Redirect to another interface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TC_ACT_PIPE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Continue to next filter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40680" y="27066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XDP vs TC summary: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3035808"/>
          <a:ext cx="3429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 point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(pre-stack)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qdisc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(clsact)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skb access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(raw)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(sk_buff)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Development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libbpf C • Skeleton API • Aya (Rust) • Unit testing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libbpf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Skeleton, CO-RE, ringbuf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Rust, Cargo, safe maps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bpf_testmod, namespaces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201168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287121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Sanitizers, coverage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libbpf Skeleton API: the modern 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 skeletons are auto-generated C headers that give type-safe access to all maps and programs defined in your .bpf.c file.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840480"/>
          </a:xfrm>
          <a:prstGeom prst="rect">
            <a:avLst/>
          </a:prstGeom>
          <a:solidFill>
            <a:srgbClr val="0F2030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prog_loader.c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Generate skeleton (once, in Makefile):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bpftool gen skeleton prog.bpf.o &gt; prog.skel.h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Userspace loader — fully typed, no error-prone strings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"prog.skel.h"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prog_bpf *skel = prog_bpf__open();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(!skel) { perror("open"); return 1;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Configure before load (e.g. set global vars)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skel-&gt;rodata-&gt;my_pid = getpid();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(prog_bpf__load(skel))   { perror("load"); goto cleanup;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(prog_bpf__attach(skel)) { perror("attach"); goto cleanup;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Consume events from ring buffer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ring_buffer *rb = ring_buffer__new(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bpf_map__fd(skel-&gt;maps.events),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handle_event, NULL, NULL);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(!exiting)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ring_buffer__poll(rb, 100 /* timeout ms */);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prog_bpf__destroy(skel);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skeleton API calls: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481328"/>
            <a:ext cx="3429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04688" y="15179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prog_bpf__open()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04688" y="177393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and open BPF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ELF, resolves BTF maps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2286000"/>
            <a:ext cx="3429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04688" y="2322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prog_bpf__load()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04688" y="25786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and JIT-compiles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all programs and maps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3090672"/>
            <a:ext cx="3429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04688" y="31272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prog_bpf__attach()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04688" y="3383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Attaches all auto-attachable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to their hooks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3895344"/>
            <a:ext cx="3429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04688" y="39319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prog_bpf__destroy()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4187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Detaches, unloads, frees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resources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4700016"/>
            <a:ext cx="3429000" cy="329184"/>
          </a:xfrm>
          <a:prstGeom prst="rect">
            <a:avLst/>
          </a:prstGeom>
          <a:solidFill>
            <a:srgbClr val="EBF4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4718304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Makefile tip: add bpftool gen skeleton prog.bpf.o &gt; prog.skel.h as a dependency of prog.c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eBPF in Rust with Aya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 is a pure-Rust eBPF library: both the kernel program and the userspace loader are written in Rust, with no LLVM dependency at runtime.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4572000" cy="3383280"/>
          </a:xfrm>
          <a:prstGeom prst="rect">
            <a:avLst/>
          </a:prstGeom>
          <a:solidFill>
            <a:srgbClr val="0F20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45720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425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myapp-ebpf/src/main.rs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38912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eBPF kernel program (src/main.rs in myapp-ebpf crate)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#![no_std]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#![no_main]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aya_ebpf::{macros::tracepoint, programs::TracePointContext};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aya_log_ebpf::info;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#[tracepoint]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fn myapp(ctx: TracePointContext) -&gt; u32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try_myapp(ctx)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Ok(ret) =&gt; ret,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Err(_)  =&gt;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try_myapp(_ctx: TracePointContext) -&gt; Result&lt;u32, u32&gt;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info!(&amp;ctx, "tracepoint hit!");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Ok(0)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152144"/>
            <a:ext cx="3931920" cy="3383280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52144"/>
            <a:ext cx="393192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170432"/>
            <a:ext cx="3785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myapp/src/main.rs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0" y="1408176"/>
            <a:ext cx="374904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Userspace loader (src/main.rs in myapp crate)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aya::Bpf;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aya::programs::TracePoint;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#[tokio::main]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fn main() -&gt; Result&lt;(), anyhow::Error&gt;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mut bpf = Bpf::load(include_bytes_aligned!(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"../../target/bpfel-unknown-none/release/myapp"))?;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program: &amp;mut TracePoint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bpf.program_mut("myapp").unwrap().try_into()?;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program.load()?;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program.attach("syscalls", "sys_enter_execve")?;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tokio::signal::ctrl_c().await?;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Ok(())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608576"/>
            <a:ext cx="8595360" cy="42062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Aya: memory safety in userspace • no LLVM at runtime (binary is self-contained) • async-native (Tokio) • full BTF/CO-RE support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eBPF programs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programs run in the kernel — testing requires special infrastructure. Three complementary approaches.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25296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25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bpf_prog_test_run()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syscall: feed synthetic packets or syscall events directly to the eBPF program. No network interface needed. Fast and reproducible.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243584"/>
            <a:ext cx="5120640" cy="969264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261872"/>
            <a:ext cx="497433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BPF_PROG_TEST_RUN / bpf_prog_test_run_opts()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Feed synthetic __sk_buff or xdp_md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Check XDP_DROP / XDP_PASS return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Validate map state after program run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48716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487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4688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namespaces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8163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isolated network namespace, attach XDP program, send packets with veth pair. Tests full kernel integration including driver hooks.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05456"/>
            <a:ext cx="5120640" cy="969264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2523744"/>
            <a:ext cx="497433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netns add test-ns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link add veth0 type veth peer veth1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link set veth1 netns test-ns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attach XDP, run test traffic via veth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67588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749040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307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Sanitizers in CI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07822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bpftool prog load with --log-level 2 in CI. Use asan/ubsan on userspace loader. Check verifier log in automated tests.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3767328"/>
            <a:ext cx="5120640" cy="969264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785616"/>
            <a:ext cx="497433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bpftool prog load prog.bpf.o /dev/null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--log-level 2 2&gt;&amp;1 | grep -E 'ERROR|INVALID'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Exit 0 = verifier accepted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Exit 1 = verifier rejected (CI fail)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C: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00584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371600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207008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Driver-level hook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Return: PASS DROP TX REDIRECT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/ Native / Offloaded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1005840" cy="11155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1371600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XDP Firewall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1207008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LPM trie for subnet blocks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hash for SYN rate limiting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bpf_map_lookup + XDP_DROP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9152"/>
            <a:ext cx="1005840" cy="11155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2615184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LB / Redirect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2450592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bpf_redirect() for zero-copy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Round-robin via PERCPU_ARRAY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rewrite in program body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59152"/>
            <a:ext cx="1005840" cy="11155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2615184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88152" y="2450592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network stack (ingress+egress)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QoS, shaping, policing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TC_ACT_OK / TC_ACT_SHOT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02736"/>
            <a:ext cx="100584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3858768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libbpf Skeleton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53312" y="3694176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auto-generated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prog__open → load → attach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ring_buffer__poll for events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02736"/>
            <a:ext cx="10058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3858768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Aya (Rust)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88152" y="3694176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Rust kernel + userspace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LLVM at runtime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Async-native with Tokio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Track D — Debugging &amp; Runtimes: uprobes • USDT • black-box debugging • chaos engineering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Track C - Low-Level Networking &amp; Kernel Development</dc:title>
  <dc:subject>PptxGenJS Presentation</dc:subject>
  <dc:creator>PptxGenJS</dc:creator>
  <cp:lastModifiedBy>PptxGenJS</cp:lastModifiedBy>
  <cp:revision>1</cp:revision>
  <dcterms:created xsi:type="dcterms:W3CDTF">2026-04-05T12:36:18Z</dcterms:created>
  <dcterms:modified xsi:type="dcterms:W3CDTF">2026-04-05T12:36:18Z</dcterms:modified>
</cp:coreProperties>
</file>