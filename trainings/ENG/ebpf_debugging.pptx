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Debugging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Runtimes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uprobes • USDT • Black-box debugging • Chaos engineering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090672"/>
            <a:ext cx="4572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Prerequisite: Module 0 + Track A (observability) recommended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uprobes, USDT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profiling without code changes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3657600"/>
            <a:ext cx="393192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712464"/>
            <a:ext cx="3803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6048" y="4005072"/>
            <a:ext cx="38039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debugging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Black-box, chaos engineering, time travel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D: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93776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49808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uprobes: zero-instrumentation tracing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to any function in any binary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Node.js, Go, Rust, Java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1664208"/>
            <a:ext cx="69494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66420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493776" cy="128016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749808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76088" y="8412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USDT: static tracing probes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76088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probe points in instrumented apps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OpenJDK, CPython, Node.js built-in probes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664208"/>
            <a:ext cx="694944" cy="27432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66420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157984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57984"/>
            <a:ext cx="493776" cy="12801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157984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D1-3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22494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 &amp; async runtime profiling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25968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GC pauses, Go GC pressure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Tokio futures, wakers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3072384"/>
            <a:ext cx="694944" cy="2743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0723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57984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157984"/>
            <a:ext cx="493776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157984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76088" y="224942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Black-box debugging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76088" y="25968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production without source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kernel structure inspection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83880" y="3072384"/>
            <a:ext cx="694944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07238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56616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566160"/>
            <a:ext cx="493776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566160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" y="36576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engineering with TC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40050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packet loss, latency, corruption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testing with eBPF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480560"/>
            <a:ext cx="694944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3749040" y="448056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566160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566160"/>
            <a:ext cx="493776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566160"/>
            <a:ext cx="493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D2-3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76088" y="365760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Time-travel debugging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76088" y="40050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&amp; replay kernel 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 ring buffer as event log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83880" y="4480560"/>
            <a:ext cx="694944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8183880" y="448056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uprobes: tracing any binary without code changes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uprobe hooks into a function in a userspace binary — any language, any framework — without recompilation, restart, or source access.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840480"/>
          </a:xfrm>
          <a:prstGeom prst="rect">
            <a:avLst/>
          </a:prstGeom>
          <a:solidFill>
            <a:srgbClr val="0F20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uprobes.bt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the function offset to hook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objdump -d /usr/bin/python3 | grep PyEval_EvalFrameEx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 -D /usr/lib/x86_64-linux-gnu/libssl.so | grep SSL_write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uprobe on Python frame evaluation (profile every call)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uprobe:/usr/bin/python3:PyEval_EvalFrameEx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@frames[comm]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interval:s:5 { print(@frames); clear(@frames); 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uprobe on OpenSSL — intercept plaintext BEFORE encryption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uprobe:/usr/lib/x86_64-linux-gnu/libssl.so.3:SSL_write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printf("TLS write pid=%d len=%d\n", pid, arg2);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arg1 = buffer pointer, arg2 = length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 plaintext: bpf_probe_read_user(buf, len, arg1)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uprobe targets by language: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81328"/>
          <a:ext cx="3429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874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/ Library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functions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PyEval_EvalFrameEx, PyObject_Call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v8::internal::Execution::Call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runtime.mallocgc, runtime.gcBgMark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rb_funcall, rb_eval_string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libjvm.so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USDT (see next slide)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tokio::runtime::task::harness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40680" y="4041648"/>
            <a:ext cx="3429000" cy="950976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04688" y="4078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Stripped binaries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04688" y="43342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binaries are often stripped. Use offset-based uprobes or install debug symbols (debuginfod). Go binaries embed symbols by default.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USDT: Static Tracing Probes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USDT (Userland Statically Defined Tracing) probes are compile-time markers embedded by the application developer — stable, named, with typed arguments.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3840480"/>
          </a:xfrm>
          <a:prstGeom prst="rect">
            <a:avLst/>
          </a:prstGeom>
          <a:solidFill>
            <a:srgbClr val="0F2030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available USDT probes in a binary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bpftrace -l 'usdt:/usr/bin/python3:*'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usdt:/usr/bin/python3:python:function__entry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usdt:/usr/bin/python3:python:function__return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Trace Python function calls with USDT (stable API)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usdt:/usr/bin/python3:python:function__entry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arg0=filename, arg1=funcname, arg2=lineno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printf("%s:%s():%d\n",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str(arg0), str(arg1), arg2);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JVM USDT: trace GC start/stop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usdt:/usr/lib/jvm/java-17-openjdk-amd64/lib/server/libjvm.so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:hotspot:gc__begin { printf("GC started\n");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usdt:/usr/lib/jvm/java-17-openjdk-amd64/lib/server/libjvm.so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:hotspot:gc__end   { printf("GC ended\n"); }'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USDT to your own C/C++ code: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1481328"/>
            <a:ext cx="3429000" cy="2743200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1481328"/>
            <a:ext cx="34290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513832" y="1499616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usdt_app.c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32120" y="1737360"/>
            <a:ext cx="324612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&lt;sys/sdt.h&gt;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process_request(int id, size_t sz)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Fire a USDT probe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DTRACE_PROBE2(myapp, request__start,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id, sz);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do work 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DTRACE_PROBE1(myapp, request__done, 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Attach with bpftrace: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usdt:./myapp:myapp:request__start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printf("req %d size %d\n",arg0,arg1);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4297680"/>
            <a:ext cx="3429000" cy="694944"/>
          </a:xfrm>
          <a:prstGeom prst="rect">
            <a:avLst/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43159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USDT probes: CPython (function__entry/return, line, import), JVM (gc__begin/end, object__alloc, method__entry), Node.js (gc__start, http__server__request), PostgreSQL, MySQL, OpenSSL, libc.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Black-box debugging: no source required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 misbehaving production binary without stopping it, without source code, without restarting — using eBPF + uprobes + kernel probes.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2743200"/>
          </a:xfrm>
          <a:prstGeom prst="rect">
            <a:avLst/>
          </a:prstGeom>
          <a:solidFill>
            <a:srgbClr val="0F20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blackbox.bt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identify what the process is doing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tracepoint:raw_syscalls:sys_enter /pid == TARGET_PID/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@syscalls[ksym(args-&gt;id)] = 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interval:s:5 { print(@syscalls); exit(); 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trace file opens for a specific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tracepoint:syscalls:sys_enter_openat /pid == TARGET_PID/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printf("%s\n", str(args-&gt;filename));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inspect kernel struct of an open socket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(live, without stopping the process)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bpftool map dump id &lt;MAP_ID&gt; | head -20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950208"/>
            <a:ext cx="5029200" cy="1078992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4023360"/>
            <a:ext cx="48463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read live memory of a running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uprobe with bpf_probe_read_user()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uprobe:/proc/TARGET_PID/exe:some_function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buf[64];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bpf_probe_read_user_str(buf, sizeof(buf),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(void*)arg0);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printf("arg0 string: %s\n", buf);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5: correlate with kernel stack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bpftrace -e 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kprobe:__x64_sys_epoll_wait /pid == TARGET_PID/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print(kstack);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debugging methodology: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1481328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481328"/>
            <a:ext cx="45720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481328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Observe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61888" y="153619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syscalls, file opens, network connections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2139696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2139696"/>
            <a:ext cx="45720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2139696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Hypothesize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61888" y="21945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bottleneck or error pattern from step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0680" y="2798064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0680" y="2798064"/>
            <a:ext cx="45720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2798064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Instrument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61888" y="28529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uprobe or tracepoint on the suspected function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40680" y="3456432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3456432"/>
            <a:ext cx="45720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3456432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Correlate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61888" y="351129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kernel stack + userspace stack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4114800"/>
            <a:ext cx="34290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0680" y="4114800"/>
            <a:ext cx="45720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4114800"/>
            <a:ext cx="457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Verify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61888" y="41696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same scenario and measure the change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engineering with TC + eBPF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eBPF can inject controlled network faults into any interface — without modifying application code or using a dedicated chaos platform.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5029200" cy="2743200"/>
          </a:xfrm>
          <a:prstGeom prst="rect">
            <a:avLst/>
          </a:prstGeom>
          <a:solidFill>
            <a:srgbClr val="0F203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70432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chaos_tc.sh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484632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 10% packet loss on eth0 egress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qdisc add dev eth0 root netem loss 10%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100ms latency with 20ms jitter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qdisc add dev eth0 root netem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 100ms 20ms distribution normal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loss + latency + corruption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qdisc add dev eth0 root netem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5% delay 50ms corrupt 1%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eBPF-based: selective fault injection per dest 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(TC program checks destination, applies fault selectively)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 filter add dev eth0 egress bpf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 chaos.bpf.o sec classifier direct-action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950208"/>
            <a:ext cx="5029200" cy="1097280"/>
          </a:xfrm>
          <a:prstGeom prst="rect">
            <a:avLst/>
          </a:prstGeom>
          <a:solidFill>
            <a:srgbClr val="0F2030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950208"/>
            <a:ext cx="5029200" cy="2194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3968496"/>
            <a:ext cx="4882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chaos.bpf.c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Selective chaos: drop 20% for a specific dest 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SEC("classifier")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chaos_inject(struct __sk_buff *skb)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iphdr *ip = /* parse */;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(ip-&gt;daddr == CHAOS_TARGET)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Pseudo-random: use bpf_get_prandom_u32()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u32 r = bpf_get_prandom_u32();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 % 100 &lt; 20)  // 20% drop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TC_ACT_SHOT;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TC_ACT_OK;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11521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scenarios for resilience testing: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481328"/>
          <a:ext cx="3429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777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for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 loss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retry logic, timeout handling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netem loss 5-20%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Reveal implicit SLA dependencies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netem delay 100-500ms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Reorder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Expose ordering assumptions in protocol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netem reorder 25%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Corruption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checksum validation paths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netem corrupt 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Selective fault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 for specific service/IP 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eBPF TC program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ED7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40680" y="4517136"/>
            <a:ext cx="34290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04688" y="4535424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test on isolated staging environments. eBPF chaos is deterministic, reproducible and stoppable: tc qdisc del dev eth0 root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D: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005840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371600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uprobes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53312" y="1207008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any userspace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 code, no restart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bpf_probe_read_user for args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1005840" cy="111556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1" name="Text 9"/>
          <p:cNvSpPr/>
          <p:nvPr/>
        </p:nvSpPr>
        <p:spPr>
          <a:xfrm>
            <a:off x="4764024" y="1371600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88152" y="1207008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named probes in apps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CPython, JVM, Node.js built-in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DTRACE_PROBE2() for own code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59152"/>
            <a:ext cx="1005840" cy="11155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2615184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 GC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2450592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JVM: gc__begin USDT probes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Go: runtime.mallocgc uprobe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Rust: Tokio task wakers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359152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59152"/>
            <a:ext cx="1005840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2615184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Black-box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88152" y="2450592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methodology (no source)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syscall profile → uprobe → correlate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kstack + ustack together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02736"/>
            <a:ext cx="100584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" y="3858768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(TC)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53312" y="3694176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fault injection per IP/port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netem: loss, delay, corrupt, reorder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Reproducible, stoppable instantly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602736"/>
            <a:ext cx="4224528" cy="1115568"/>
          </a:xfrm>
          <a:prstGeom prst="rect">
            <a:avLst/>
          </a:prstGeom>
          <a:solidFill>
            <a:srgbClr val="132238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02736"/>
            <a:ext cx="100584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764024" y="3858768"/>
            <a:ext cx="8961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Ring buffer log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88152" y="3694176"/>
            <a:ext cx="307238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as ordered time-series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with timestamps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event bus in kernel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71830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eBPF Foundation complete: Module 0 • Track A: Observability • Track B: Security • Track C: Networking • Track D: Debugging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eBPF Track D - Debugging &amp; Runtimes</dc:title>
  <dc:subject>PptxGenJS Presentation</dc:subject>
  <dc:creator>PptxGenJS</dc:creator>
  <cp:lastModifiedBy>PptxGenJS</cp:lastModifiedBy>
  <cp:revision>1</cp:revision>
  <dcterms:created xsi:type="dcterms:W3CDTF">2026-04-05T12:36:18Z</dcterms:created>
  <dcterms:modified xsi:type="dcterms:W3CDTF">2026-04-05T12:36:18Z</dcterms:modified>
</cp:coreProperties>
</file>