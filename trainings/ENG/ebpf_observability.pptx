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Observabilité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Performance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• bpftrace • VictoriaMetrics • Grafana • OpenTelemetry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090672"/>
            <a:ext cx="4572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Prerequisite: Module 0 (eBPF Foundation) complete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393192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712464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400507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tracing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Flamegraphs, latency, I/O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3657600"/>
            <a:ext cx="393192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3712464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6048" y="400507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&amp; intégration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OTel, CI/CD, VM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A :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93776" cy="13167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49808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412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 Profiling &amp; Flamegraphs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perf_event 99 Hz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Flamegraphs on-CPU / off-CPU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49040" y="1700784"/>
            <a:ext cx="69494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70078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49808"/>
            <a:ext cx="493776" cy="131673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749808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76088" y="8412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I/O Latency &amp; Filesystem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608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biolatency, VFS tracing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accès lents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83880" y="1700784"/>
            <a:ext cx="694944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70078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194560"/>
            <a:ext cx="493776" cy="131673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194560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22860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contention &amp; Runtimes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26334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Go, Rust, Java depuis eBPF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profiling, async tracing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3145536"/>
            <a:ext cx="694944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314553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19456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194560"/>
            <a:ext cx="493776" cy="13167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194560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D2-1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6088" y="22860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&amp; TCP tracing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76088" y="26334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tcplife, tcpretrans, latence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retransmissions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83880" y="3145536"/>
            <a:ext cx="69494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314553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639312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639312"/>
            <a:ext cx="493776" cy="13167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639312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D2-2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" y="3730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OTel &amp; CI/CD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40782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context + span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regressions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4590288"/>
            <a:ext cx="69494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3749040" y="459028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639312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639312"/>
            <a:ext cx="493776" cy="13167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639312"/>
            <a:ext cx="4937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D2-3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76088" y="3730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final : Dashboard VM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76088" y="40782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ebpf_exporter + VictoriaMetrics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: 6 panels opérationnels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83880" y="4590288"/>
            <a:ext cx="69494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8183880" y="459028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tracing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Profiling • Flamegraphs • I/O Latency • Lock contention • Runtimes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profiling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perf_event 99Hz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latency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biolatency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contention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futex, mutex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Go, Java, Rust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 Profiling: perf_event sampling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8638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snapshot the call stack 99 times per second. Functions that appear most are the hotspots.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5029200" cy="3163824"/>
          </a:xfrm>
          <a:prstGeom prst="rect">
            <a:avLst/>
          </a:prstGeom>
          <a:solidFill>
            <a:srgbClr val="0F203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252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cpu_profiling.bt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48463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on-CPU profiling (active threads)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profile:hz:99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@cpu[kstack] = count();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interval:s:30 { print(@cpu); clear(@cpu); exit();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Off-CPU: waiting threads (I/O, locks, sleep)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tracepoint:sched:sched_switch /prev_state != 0/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@start[prev_pid] = nsecs;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tracepoint:sched:sched_switch /@start[next_pid]/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@offcpu[kstack] = hist(nsecs - @start[next_pid]);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delete(@start[next_pid]);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0680" y="1207008"/>
            <a:ext cx="3429000" cy="3163824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04688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a flamegraph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04688" y="160934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X 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28816" y="1609344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time: not chronological order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04688" y="199339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Y 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28816" y="1993392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stack depth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04688" y="2377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Largeur :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28816" y="2377440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 of CPU time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04688" y="27614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Sommet 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28816" y="2761488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CPU-intensive functions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04688" y="314553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on-CPU :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28816" y="3145536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running threads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04688" y="35295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off-CPU :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28816" y="3529584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threads (I/O, sleep)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04688" y="39136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Couleur 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28816" y="3913632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 (kernel=rouge, user=bleu)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Tool: flamegraph.pl (Brendan Gregg)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https://github.com/brendangregg/FlameGraph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Disk I/O Latency: biolatency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time between I/O request issue (block_rq_issue) and its completion (block_rq_complete).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3383280"/>
          </a:xfrm>
          <a:prstGeom prst="rect">
            <a:avLst/>
          </a:prstGeom>
          <a:solidFill>
            <a:srgbClr val="0F20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biolatency.bt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I/O latency histogram per device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tracepoint:block:block_rq_issue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@start[args-&gt;sector, args-&gt;dev] = nsecs;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tracepoint:block:block_rq_complete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/@start[args-&gt;sector, args-&gt;dev]/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@lat_us[args-&gt;rwbs, args-&gt;name]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hist((nsecs - @start[args-&gt;sector, args-&gt;dev]) / 1000);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delete(@start[args-&gt;sector, args-&gt;dev]);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load pour observer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fio --name=test --rw=randrw --bs=4k --size=256m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--numjobs=2 --runtime=30 --filename=/tmp/fio_test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rwbs : encode l'operation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81328"/>
          <a:ext cx="34290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1874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sequentielle où aleatoire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Synchronous write (fdatasync)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Disk cache flush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 / deallocate SSD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40680" y="3602736"/>
            <a:ext cx="342900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04688" y="36393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typiques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04688" y="3913632"/>
            <a:ext cx="822960" cy="118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5504688" y="3913632"/>
            <a:ext cx="822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400800" y="3913632"/>
            <a:ext cx="239572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(NVMe SSD)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504688" y="4059936"/>
            <a:ext cx="822960" cy="118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5504688" y="4059936"/>
            <a:ext cx="822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1 - 10 ms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400800" y="4059936"/>
            <a:ext cx="239572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(SATA SSD)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504688" y="4206240"/>
            <a:ext cx="822960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5504688" y="4206240"/>
            <a:ext cx="822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10 - 100 ms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400800" y="4206240"/>
            <a:ext cx="239572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 (HDD où saturation)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504688" y="4352544"/>
            <a:ext cx="822960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5504688" y="4352544"/>
            <a:ext cx="822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100 ms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400800" y="4352544"/>
            <a:ext cx="239572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I/O wait visible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contention &amp; Runtimes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threads waiting on a lock — invisible in classic metrics.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3108960"/>
          </a:xfrm>
          <a:prstGeom prst="rect">
            <a:avLst/>
          </a:prstGeom>
          <a:solidFill>
            <a:srgbClr val="0F2030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lock_contention.bt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Lock contention via futex (userspace locks)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tracepoint:syscalls:sys_enter_futex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/args-&gt;op == 128/ {        // FUTEX_WAIT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@start[tid] = nsecs;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@thread[tid] = comm;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tracepoint:syscalls:sys_exit_futex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/@start[tid]/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@wait_ns[@thread[tid]] = hist(nsecs - @start[tid]);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delete(@start[tid]); delete(@thread[tid]);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 mutex contention (uprobe)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uprobe:/usr/local/go/bin/go:sync.(*Mutex).Lock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@go_mutex[pid, comm] = count();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Profilage par runtime 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14813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481328"/>
            <a:ext cx="493776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1481328"/>
            <a:ext cx="493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89320" y="151790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uprobe:runtime.mallocgc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uprobe:runtime.gcBgMarkWorker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89320" y="192024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pauses and heap allocations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0680" y="23042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2304288"/>
            <a:ext cx="493776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2304288"/>
            <a:ext cx="493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234086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uprobe:libjvm.so:GC*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usdt:hotspot:gc_begin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74320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pauses via USDT probes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0680" y="312724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3127248"/>
            <a:ext cx="493776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127248"/>
            <a:ext cx="493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(Tokio)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89320" y="316382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uprobe:tokio_runtime::task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uprobe:tokio::runtime::spawn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89320" y="356616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futures and wakers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395020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3950208"/>
            <a:ext cx="493776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3950208"/>
            <a:ext cx="4937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398678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uprobe:/usr/bin/python3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:PyEval_EvalFrameEx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9320" y="438912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Frame-by-frame profiling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&amp; Integration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tracing • OpenTelemetry • CI/CD • VictoriaMetrics + Grafana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tracing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tcplife, retrans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propagation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detect.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ebpf_exporter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TCP Tracing: tcplife &amp; tcpretrans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474720"/>
          </a:xfrm>
          <a:prstGeom prst="rect">
            <a:avLst/>
          </a:prstGeom>
          <a:solidFill>
            <a:srgbClr val="0F20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tcplife.bt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tcplife : duree de vie des connexions TCP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kprobe:tcp_set_state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$sk  = (struct sock *)arg0;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$ns  = arg1;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($ns == 1) {     // TCP_ESTABLISHED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@birth[$sk] = nsecs;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(($ns == 7 || $ns == 8) &amp;&amp; @birth[$sk])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$ms = (nsecs - @birth[$sk]) / 1000000;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printf("%s %s:%d -&gt; %s:%d %dms\n",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ntop(2, $sk-&gt;sk_rcv_saddr), $sk-&gt;sk_num,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ntop(2, $sk-&gt;sk_daddr),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bswap16($sk-&gt;sk_dport), $ms);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delete(@birth[$sk]);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4279392"/>
            <a:ext cx="5029200" cy="768096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43525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Detect TCP retransmissions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kprobe:tcp_retransmit_skb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$sk   = (struct sock *)arg0;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$dport = bswap16($sk-&gt;sk_dport);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$daddr = ntop(2, $sk-&gt;sk_daddr);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@retrans[comm, $daddr, $dport] = count();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interval:s:10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print(@retrans); clear(@retrans);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40680" y="749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TCP pertinents :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78992"/>
          <a:ext cx="3429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417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Connexion active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FIN_WAIT1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Fermeture initiee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TIME_WAIT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Attente fin connexion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Connexion fermee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CLOSE_WAIT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Fermeture par pair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E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40680" y="2999232"/>
            <a:ext cx="3429000" cy="179222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04688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Retransmissions: warning signals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04688" y="3346704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59552" y="33649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&gt; 0.1%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76288" y="3364992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instable où sature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04688" y="3730752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9552" y="37490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 to 1 dest.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876288" y="3749040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où serveur problematique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504688" y="4114800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59552" y="41330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dest.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876288" y="413308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où driver réseau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04688" y="4498848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59552" y="451713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20h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876288" y="451713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session: keepalive too short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eBPF + OpenTelemetry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observes the kernel. OTel observes application code. Both are complementary.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078992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(instrumented OTel)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39696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2212848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(kernel layer)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1078992"/>
            <a:ext cx="20482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OTel Collector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9632" y="1444752"/>
            <a:ext cx="22311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42032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9632" y="2615184"/>
            <a:ext cx="22311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(Jaeger / Grafana)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572768"/>
            <a:ext cx="7315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35808" y="142646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12984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span_id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68880" y="2706624"/>
            <a:ext cx="7315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9" name="Text 17"/>
          <p:cNvSpPr/>
          <p:nvPr/>
        </p:nvSpPr>
        <p:spPr>
          <a:xfrm>
            <a:off x="3035808" y="25603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432304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nsecs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94960" y="1627632"/>
            <a:ext cx="7315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61888" y="1481328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2798064"/>
            <a:ext cx="7315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61888" y="265176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8595360" cy="1426464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639312"/>
            <a:ext cx="84124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Query: kernel latency vs application latency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eBPF measures VFS time (kernel)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rate(vfs_read_latency_ns_bucket[1m]))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OTel measures application time (incl. serialisation)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rate(http_server_duration_bucket[1m]))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difference = pure application overhead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Détection de regressions de performance en CI/CD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can measure load test performance directly in the CI pipeline, without modifying code.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09344" y="1554480"/>
            <a:ext cx="27432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1773936" y="142646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1554480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build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compile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46704" y="1554480"/>
            <a:ext cx="27432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142646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170432"/>
            <a:ext cx="155448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06654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(staging)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apply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docker run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84064" y="1554480"/>
            <a:ext cx="27432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8" name="Text 16"/>
          <p:cNvSpPr/>
          <p:nvPr/>
        </p:nvSpPr>
        <p:spPr>
          <a:xfrm>
            <a:off x="5248656" y="142646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170432"/>
            <a:ext cx="155448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Charge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(locust/k6)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0390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req/s, 5 min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21424" y="1554480"/>
            <a:ext cx="27432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4" name="Text 22"/>
          <p:cNvSpPr/>
          <p:nvPr/>
        </p:nvSpPr>
        <p:spPr>
          <a:xfrm>
            <a:off x="6986016" y="1426464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170432"/>
            <a:ext cx="15544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554126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4126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ebpf_exporter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bpftrace scripts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23760" y="1170432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170432"/>
            <a:ext cx="15544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7278624" y="11704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Assert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Gate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78624" y="148132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p99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seuil defini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121408"/>
            <a:ext cx="5943600" cy="2871216"/>
          </a:xfrm>
          <a:prstGeom prst="rect">
            <a:avLst/>
          </a:prstGeom>
          <a:solidFill>
            <a:srgbClr val="0F20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121408"/>
            <a:ext cx="59436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2139696"/>
            <a:ext cx="5797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ci_gate.sh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23774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Script de gate CI : echoue si latence p99 &gt; seuil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THRESHOLD_MS=50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P99=$(curl -s 'http://vm:8428/api/v1/query'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 'query=histogram_quantile(0.99,rate(vfs_read_latency_seconds_bucket[2m]))'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jq '.data.result[0].value[1]' | xargs -I{} python3 -c "print({}*1000)")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"Latence p99 : ${P99}ms (seuil : ${THRESHOLD_MS}ms)"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(( $(echo "$P99 &gt; $THRESHOLD_MS" | bc -l) )); then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"REGRESSION DETECTEE : ${P99}ms &gt; ${THRESHOLD_MS}ms"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exit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"OK : latence dans les limites acceptables"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21214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metrics: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2450592"/>
            <a:ext cx="2514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24871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VFS p99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19088" y="27249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rate(vfs_read_latency_ns_bucket[2m]))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55080" y="3090672"/>
            <a:ext cx="2514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31272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IOPS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19088" y="33649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rate(bio_requests_total[1m])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355080" y="3730752"/>
            <a:ext cx="2514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37673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p99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19088" y="4005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rate(cpu_time_seconds_bucket[2m]))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55080" y="4370832"/>
            <a:ext cx="2514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44074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Retransmissions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19088" y="46451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rate(tcp_retransmits_total[1m])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final : Dashboard temps reel CPU/I-O/Mémoire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0" y="1325880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2176272" y="1188720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920240" cy="2743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9144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Kernel Linux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122529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kprobes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tracepoints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perf_event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1325880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188720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14400"/>
            <a:ext cx="192024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523744" y="9144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ebpf_exporter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23744" y="122529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les maps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Explose /metrics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9435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325880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1188720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14400"/>
            <a:ext cx="19202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9144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VictoriaMetrics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18304" y="122529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5s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7j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PromQL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914400"/>
            <a:ext cx="1920240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6912864" y="91440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Grafana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12864" y="1225296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panels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10s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admin/ebpf-lab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19751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dashboard panels: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23042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304288"/>
            <a:ext cx="278892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23042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25968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processus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(ns/s)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" y="30540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rate(cpu_time_seconds_sum[1m])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54680" y="23042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2304288"/>
            <a:ext cx="27889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227832" y="23042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Queue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27832" y="25968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p99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attente CPU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27832" y="30540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histogram_quantile(0.99,...run_queue...)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35040" y="23042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2304288"/>
            <a:ext cx="2788920" cy="2560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9" name="Text 37"/>
          <p:cNvSpPr/>
          <p:nvPr/>
        </p:nvSpPr>
        <p:spPr>
          <a:xfrm>
            <a:off x="6108192" y="23042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Faults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08192" y="25968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Faults/s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processus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08192" y="30540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rate(page_faults_total[1m])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36758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675888"/>
            <a:ext cx="278892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3675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OOM Kills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7472" y="39684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5min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(0=OK, rouge si &gt;0)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7472" y="44256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increase(oom_kills_total[5m])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154680" y="36758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154680" y="3675888"/>
            <a:ext cx="278892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3227832" y="3675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I/O Latence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27832" y="39684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p50/p95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device+op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27832" y="44256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histogram_quantile(0.95,...bio_latency...)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035040" y="3675888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35040" y="3675888"/>
            <a:ext cx="278892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6108192" y="3675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IOPS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08192" y="39684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ops/s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device+op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08192" y="44256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rate(bio_requests_total[1m])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Lab: startup and validation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4261104"/>
          </a:xfrm>
          <a:prstGeom prst="rect">
            <a:avLst/>
          </a:prstGeom>
          <a:solidFill>
            <a:srgbClr val="0F203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lab_start.sh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950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Prerequisites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uname -r                               # &gt;= 5.8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/sys/kernel/btf/vmlinux             # BTF requis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version                 # Compose plugin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./scripts/start.sh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interfaces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Grafana       : http://localhost:3000   (admin / ebpf-lab)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VictoriaMetrics : http://localhost:8428/vmui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ebpf_exporter : http://localhost:9435/metrics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load pour voir les métriques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(stress CPU + page faults + I/O)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./scripts/load.sh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raw metrics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localhost:9435/metrics | grep cpu_time | head -5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localhost:9435/metrics | grep bio_latency | head -5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40680" y="749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du lab (60 min)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0680" y="1078992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1078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15584" y="1078992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sante des 3 services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1554480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554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15584" y="155448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panel: top 10 processes + user/kernel mode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029968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2029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15584" y="2029968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queue panel: p50/p99 latency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2505456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505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15584" y="2505456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panel: page faults + OOM kills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2980944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2980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15584" y="2980944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panel: p95 latency + IOPS per device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0680" y="3456432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15584" y="3456432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Layout: row headers + filter variable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3931920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3931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15584" y="393192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de charge : valider les 3 familles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00584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408176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Flamegraphs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53312" y="117043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profile:hz:99 + kstack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: largeur = % CPU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80944" y="1115568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10" name="Text 8"/>
          <p:cNvSpPr/>
          <p:nvPr/>
        </p:nvSpPr>
        <p:spPr>
          <a:xfrm>
            <a:off x="3090672" y="1170432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on-CPU / off-CPU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Hotspots en 30s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15568"/>
            <a:ext cx="1005840" cy="11155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024" y="1408176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biolatency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88152" y="117043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block_rq_issue -&gt; complete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Histogramme par device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15784" y="1115568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7525512" y="1170432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&gt; 10ms = investigation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pour valider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9152"/>
            <a:ext cx="1005840" cy="11155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651760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contention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53312" y="2414016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futex FUTEX_WAIT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uprobes runtime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80944" y="2359152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22" name="Text 20"/>
          <p:cNvSpPr/>
          <p:nvPr/>
        </p:nvSpPr>
        <p:spPr>
          <a:xfrm>
            <a:off x="3090672" y="2414016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cachee dans les threads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dans %CPU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59152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59152"/>
            <a:ext cx="1005840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2651760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TCP tracing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88152" y="2414016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kprobe:tcp_set_state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kprobe:tcp_retransmit_skb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15784" y="2359152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28" name="Text 26"/>
          <p:cNvSpPr/>
          <p:nvPr/>
        </p:nvSpPr>
        <p:spPr>
          <a:xfrm>
            <a:off x="7525512" y="2414016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Duree de vie connexions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retransmissions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02736"/>
            <a:ext cx="100584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895344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OTel + eBPF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53312" y="3657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time vs App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par span_id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80944" y="3602736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34" name="Text 32"/>
          <p:cNvSpPr/>
          <p:nvPr/>
        </p:nvSpPr>
        <p:spPr>
          <a:xfrm>
            <a:off x="3090672" y="3657600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 complémentaires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complet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02736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02736"/>
            <a:ext cx="100584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764024" y="3895344"/>
            <a:ext cx="89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VM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88152" y="36576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ebpf_exporter -&gt; VM -&gt; Grafana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panels : CPU, I/O, Mémoire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15784" y="3602736"/>
            <a:ext cx="36576" cy="1115568"/>
          </a:xfrm>
          <a:prstGeom prst="rect">
            <a:avLst/>
          </a:prstGeom>
          <a:solidFill>
            <a:srgbClr val="132238"/>
          </a:solidFill>
          <a:ln/>
        </p:spPr>
      </p:sp>
      <p:sp>
        <p:nvSpPr>
          <p:cNvPr id="40" name="Text 38"/>
          <p:cNvSpPr/>
          <p:nvPr/>
        </p:nvSpPr>
        <p:spPr>
          <a:xfrm>
            <a:off x="7525512" y="3657600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Docker inclus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7183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Track C (low-level networking: XDP: TC) • Track D (debugging: uprobes: chaos engineering)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Track A - Observability &amp; Performance</dc:title>
  <dc:subject>PptxGenJS Presentation</dc:subject>
  <dc:creator>PptxGenJS</dc:creator>
  <cp:lastModifiedBy>PptxGenJS</cp:lastModifiedBy>
  <cp:revision>1</cp:revision>
  <dcterms:created xsi:type="dcterms:W3CDTF">2026-04-05T12:28:50Z</dcterms:created>
  <dcterms:modified xsi:type="dcterms:W3CDTF">2026-04-05T12:28:50Z</dcterms:modified>
</cp:coreProperties>
</file>